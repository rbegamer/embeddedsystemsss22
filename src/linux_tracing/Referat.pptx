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856" r:id="rId2"/>
  </p:sldMasterIdLst>
  <p:notesMasterIdLst>
    <p:notesMasterId r:id="rId28"/>
  </p:notesMasterIdLst>
  <p:handoutMasterIdLst>
    <p:handoutMasterId r:id="rId29"/>
  </p:handoutMasterIdLst>
  <p:sldIdLst>
    <p:sldId id="256" r:id="rId3"/>
    <p:sldId id="257" r:id="rId4"/>
    <p:sldId id="261" r:id="rId5"/>
    <p:sldId id="262" r:id="rId6"/>
    <p:sldId id="265" r:id="rId7"/>
    <p:sldId id="266" r:id="rId8"/>
    <p:sldId id="268" r:id="rId9"/>
    <p:sldId id="278" r:id="rId10"/>
    <p:sldId id="269" r:id="rId11"/>
    <p:sldId id="287" r:id="rId12"/>
    <p:sldId id="270" r:id="rId13"/>
    <p:sldId id="286" r:id="rId14"/>
    <p:sldId id="274" r:id="rId15"/>
    <p:sldId id="271" r:id="rId16"/>
    <p:sldId id="284" r:id="rId17"/>
    <p:sldId id="272" r:id="rId18"/>
    <p:sldId id="263" r:id="rId19"/>
    <p:sldId id="275" r:id="rId20"/>
    <p:sldId id="280" r:id="rId21"/>
    <p:sldId id="281" r:id="rId22"/>
    <p:sldId id="276" r:id="rId23"/>
    <p:sldId id="283" r:id="rId24"/>
    <p:sldId id="277" r:id="rId25"/>
    <p:sldId id="279" r:id="rId26"/>
    <p:sldId id="273" r:id="rId27"/>
  </p:sldIdLst>
  <p:sldSz cx="12192000" cy="6858000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44659-8704-4DE7-8217-B1AA71235E51}" v="5" dt="2022-06-06T11:44:33.263"/>
    <p1510:client id="{1C78F9AE-3663-43F0-BA30-AC38C4133327}" v="7" dt="2022-06-17T15:41:33.396"/>
    <p1510:client id="{3D95C326-34AA-4A08-BD2B-87F88F8EC99B}" v="969" dt="2022-06-16T17:49:34.794"/>
    <p1510:client id="{7D393A37-EA02-45BF-B2C8-6B2DA3A32731}" v="405" dt="2022-06-06T14:28:00.512"/>
    <p1510:client id="{9DDC63E6-2698-4575-A20C-67FE466C1527}" v="36" dt="2022-06-16T18:14:03.415"/>
    <p1510:client id="{D7CD7A1F-EC41-47D2-90B9-60BD23D17CC2}" v="65" dt="2022-06-07T19:08:54.385"/>
    <p1510:client id="{EBA9CC1E-006B-4F27-B3C6-B787265AC6C4}" v="131" dt="2022-06-16T18:25:04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94710"/>
  </p:normalViewPr>
  <p:slideViewPr>
    <p:cSldViewPr snapToGrid="0">
      <p:cViewPr varScale="1">
        <p:scale>
          <a:sx n="113" d="100"/>
          <a:sy n="113" d="100"/>
        </p:scale>
        <p:origin x="176" y="8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Parlak" userId="5e78b33eb22d12df" providerId="Windows Live" clId="Web-{7D393A37-EA02-45BF-B2C8-6B2DA3A32731}"/>
    <pc:docChg chg="addSld delSld modSld">
      <pc:chgData name="Muhammed Parlak" userId="5e78b33eb22d12df" providerId="Windows Live" clId="Web-{7D393A37-EA02-45BF-B2C8-6B2DA3A32731}" dt="2022-06-06T14:28:00.512" v="392" actId="20577"/>
      <pc:docMkLst>
        <pc:docMk/>
      </pc:docMkLst>
      <pc:sldChg chg="modSp">
        <pc:chgData name="Muhammed Parlak" userId="5e78b33eb22d12df" providerId="Windows Live" clId="Web-{7D393A37-EA02-45BF-B2C8-6B2DA3A32731}" dt="2022-06-06T13:47:40.634" v="258" actId="20577"/>
        <pc:sldMkLst>
          <pc:docMk/>
          <pc:sldMk cId="0" sldId="256"/>
        </pc:sldMkLst>
        <pc:spChg chg="mod">
          <ac:chgData name="Muhammed Parlak" userId="5e78b33eb22d12df" providerId="Windows Live" clId="Web-{7D393A37-EA02-45BF-B2C8-6B2DA3A32731}" dt="2022-06-06T13:34:42.926" v="214" actId="20577"/>
          <ac:spMkLst>
            <pc:docMk/>
            <pc:sldMk cId="0" sldId="256"/>
            <ac:spMk id="7170" creationId="{5DCD28FB-C344-E3BD-2CCA-C6C56C97115B}"/>
          </ac:spMkLst>
        </pc:spChg>
        <pc:spChg chg="mod">
          <ac:chgData name="Muhammed Parlak" userId="5e78b33eb22d12df" providerId="Windows Live" clId="Web-{7D393A37-EA02-45BF-B2C8-6B2DA3A32731}" dt="2022-06-06T13:47:40.634" v="258" actId="20577"/>
          <ac:spMkLst>
            <pc:docMk/>
            <pc:sldMk cId="0" sldId="256"/>
            <ac:spMk id="7171" creationId="{E95849F0-959A-7A95-EE3C-0A1D3CE06533}"/>
          </ac:spMkLst>
        </pc:spChg>
      </pc:sldChg>
      <pc:sldChg chg="modSp">
        <pc:chgData name="Muhammed Parlak" userId="5e78b33eb22d12df" providerId="Windows Live" clId="Web-{7D393A37-EA02-45BF-B2C8-6B2DA3A32731}" dt="2022-06-06T13:36:35.804" v="240" actId="20577"/>
        <pc:sldMkLst>
          <pc:docMk/>
          <pc:sldMk cId="0" sldId="257"/>
        </pc:sldMkLst>
        <pc:spChg chg="mod">
          <ac:chgData name="Muhammed Parlak" userId="5e78b33eb22d12df" providerId="Windows Live" clId="Web-{7D393A37-EA02-45BF-B2C8-6B2DA3A32731}" dt="2022-06-06T12:05:39.856" v="28" actId="20577"/>
          <ac:spMkLst>
            <pc:docMk/>
            <pc:sldMk cId="0" sldId="257"/>
            <ac:spMk id="8194" creationId="{B362E0FC-21AC-6F0D-42EA-C6E5E523607A}"/>
          </ac:spMkLst>
        </pc:spChg>
        <pc:spChg chg="mod">
          <ac:chgData name="Muhammed Parlak" userId="5e78b33eb22d12df" providerId="Windows Live" clId="Web-{7D393A37-EA02-45BF-B2C8-6B2DA3A32731}" dt="2022-06-06T13:36:35.804" v="240" actId="20577"/>
          <ac:spMkLst>
            <pc:docMk/>
            <pc:sldMk cId="0" sldId="257"/>
            <ac:spMk id="8195" creationId="{D1B525CD-40F2-D2CC-D10C-9E1BA990133A}"/>
          </ac:spMkLst>
        </pc:spChg>
      </pc:sldChg>
      <pc:sldChg chg="del">
        <pc:chgData name="Muhammed Parlak" userId="5e78b33eb22d12df" providerId="Windows Live" clId="Web-{7D393A37-EA02-45BF-B2C8-6B2DA3A32731}" dt="2022-06-06T14:27:00.120" v="364"/>
        <pc:sldMkLst>
          <pc:docMk/>
          <pc:sldMk cId="0" sldId="260"/>
        </pc:sldMkLst>
      </pc:sldChg>
      <pc:sldChg chg="modSp">
        <pc:chgData name="Muhammed Parlak" userId="5e78b33eb22d12df" providerId="Windows Live" clId="Web-{7D393A37-EA02-45BF-B2C8-6B2DA3A32731}" dt="2022-06-06T13:54:42.864" v="354" actId="20577"/>
        <pc:sldMkLst>
          <pc:docMk/>
          <pc:sldMk cId="0" sldId="261"/>
        </pc:sldMkLst>
        <pc:spChg chg="mod">
          <ac:chgData name="Muhammed Parlak" userId="5e78b33eb22d12df" providerId="Windows Live" clId="Web-{7D393A37-EA02-45BF-B2C8-6B2DA3A32731}" dt="2022-06-06T13:37:04.805" v="257" actId="20577"/>
          <ac:spMkLst>
            <pc:docMk/>
            <pc:sldMk cId="0" sldId="261"/>
            <ac:spMk id="9218" creationId="{97094EFD-FD14-53EE-953F-0744551C805C}"/>
          </ac:spMkLst>
        </pc:spChg>
        <pc:spChg chg="mod">
          <ac:chgData name="Muhammed Parlak" userId="5e78b33eb22d12df" providerId="Windows Live" clId="Web-{7D393A37-EA02-45BF-B2C8-6B2DA3A32731}" dt="2022-06-06T13:54:42.864" v="354" actId="20577"/>
          <ac:spMkLst>
            <pc:docMk/>
            <pc:sldMk cId="0" sldId="261"/>
            <ac:spMk id="9219" creationId="{DF62FE5C-53AA-6ECC-6348-5285FB58F045}"/>
          </ac:spMkLst>
        </pc:spChg>
      </pc:sldChg>
      <pc:sldChg chg="modSp add replId">
        <pc:chgData name="Muhammed Parlak" userId="5e78b33eb22d12df" providerId="Windows Live" clId="Web-{7D393A37-EA02-45BF-B2C8-6B2DA3A32731}" dt="2022-06-06T14:28:00.512" v="392" actId="20577"/>
        <pc:sldMkLst>
          <pc:docMk/>
          <pc:sldMk cId="1829547315" sldId="262"/>
        </pc:sldMkLst>
        <pc:spChg chg="mod">
          <ac:chgData name="Muhammed Parlak" userId="5e78b33eb22d12df" providerId="Windows Live" clId="Web-{7D393A37-EA02-45BF-B2C8-6B2DA3A32731}" dt="2022-06-06T14:26:20.556" v="357" actId="20577"/>
          <ac:spMkLst>
            <pc:docMk/>
            <pc:sldMk cId="1829547315" sldId="262"/>
            <ac:spMk id="9218" creationId="{97094EFD-FD14-53EE-953F-0744551C805C}"/>
          </ac:spMkLst>
        </pc:spChg>
        <pc:spChg chg="mod">
          <ac:chgData name="Muhammed Parlak" userId="5e78b33eb22d12df" providerId="Windows Live" clId="Web-{7D393A37-EA02-45BF-B2C8-6B2DA3A32731}" dt="2022-06-06T14:28:00.512" v="392" actId="20577"/>
          <ac:spMkLst>
            <pc:docMk/>
            <pc:sldMk cId="1829547315" sldId="262"/>
            <ac:spMk id="9219" creationId="{DF62FE5C-53AA-6ECC-6348-5285FB58F045}"/>
          </ac:spMkLst>
        </pc:spChg>
      </pc:sldChg>
      <pc:sldChg chg="modSp add replId">
        <pc:chgData name="Muhammed Parlak" userId="5e78b33eb22d12df" providerId="Windows Live" clId="Web-{7D393A37-EA02-45BF-B2C8-6B2DA3A32731}" dt="2022-06-06T14:26:44.604" v="361" actId="20577"/>
        <pc:sldMkLst>
          <pc:docMk/>
          <pc:sldMk cId="379954947" sldId="263"/>
        </pc:sldMkLst>
        <pc:spChg chg="mod">
          <ac:chgData name="Muhammed Parlak" userId="5e78b33eb22d12df" providerId="Windows Live" clId="Web-{7D393A37-EA02-45BF-B2C8-6B2DA3A32731}" dt="2022-06-06T14:26:44.604" v="361" actId="20577"/>
          <ac:spMkLst>
            <pc:docMk/>
            <pc:sldMk cId="379954947" sldId="263"/>
            <ac:spMk id="9218" creationId="{97094EFD-FD14-53EE-953F-0744551C805C}"/>
          </ac:spMkLst>
        </pc:spChg>
      </pc:sldChg>
      <pc:sldChg chg="modSp add replId">
        <pc:chgData name="Muhammed Parlak" userId="5e78b33eb22d12df" providerId="Windows Live" clId="Web-{7D393A37-EA02-45BF-B2C8-6B2DA3A32731}" dt="2022-06-06T14:27:06.136" v="365" actId="20577"/>
        <pc:sldMkLst>
          <pc:docMk/>
          <pc:sldMk cId="3466239617" sldId="264"/>
        </pc:sldMkLst>
        <pc:spChg chg="mod">
          <ac:chgData name="Muhammed Parlak" userId="5e78b33eb22d12df" providerId="Windows Live" clId="Web-{7D393A37-EA02-45BF-B2C8-6B2DA3A32731}" dt="2022-06-06T14:27:06.136" v="365" actId="20577"/>
          <ac:spMkLst>
            <pc:docMk/>
            <pc:sldMk cId="3466239617" sldId="264"/>
            <ac:spMk id="9218" creationId="{97094EFD-FD14-53EE-953F-0744551C805C}"/>
          </ac:spMkLst>
        </pc:spChg>
      </pc:sldChg>
    </pc:docChg>
  </pc:docChgLst>
  <pc:docChgLst>
    <pc:chgData name="Muhammed Parlak" userId="5e78b33eb22d12df" providerId="Windows Live" clId="Web-{1C78F9AE-3663-43F0-BA30-AC38C4133327}"/>
    <pc:docChg chg="modSld">
      <pc:chgData name="Muhammed Parlak" userId="5e78b33eb22d12df" providerId="Windows Live" clId="Web-{1C78F9AE-3663-43F0-BA30-AC38C4133327}" dt="2022-06-17T15:41:33.396" v="6" actId="1076"/>
      <pc:docMkLst>
        <pc:docMk/>
      </pc:docMkLst>
      <pc:sldChg chg="modSp">
        <pc:chgData name="Muhammed Parlak" userId="5e78b33eb22d12df" providerId="Windows Live" clId="Web-{1C78F9AE-3663-43F0-BA30-AC38C4133327}" dt="2022-06-17T15:38:04.259" v="0" actId="1076"/>
        <pc:sldMkLst>
          <pc:docMk/>
          <pc:sldMk cId="3705261902" sldId="268"/>
        </pc:sldMkLst>
        <pc:picChg chg="mod">
          <ac:chgData name="Muhammed Parlak" userId="5e78b33eb22d12df" providerId="Windows Live" clId="Web-{1C78F9AE-3663-43F0-BA30-AC38C4133327}" dt="2022-06-17T15:38:04.259" v="0" actId="1076"/>
          <ac:picMkLst>
            <pc:docMk/>
            <pc:sldMk cId="3705261902" sldId="268"/>
            <ac:picMk id="3" creationId="{FC5844EA-DB4D-90EF-687A-40D37772A058}"/>
          </ac:picMkLst>
        </pc:picChg>
      </pc:sldChg>
      <pc:sldChg chg="modSp">
        <pc:chgData name="Muhammed Parlak" userId="5e78b33eb22d12df" providerId="Windows Live" clId="Web-{1C78F9AE-3663-43F0-BA30-AC38C4133327}" dt="2022-06-17T15:39:13.982" v="5" actId="1076"/>
        <pc:sldMkLst>
          <pc:docMk/>
          <pc:sldMk cId="1738386457" sldId="269"/>
        </pc:sldMkLst>
        <pc:picChg chg="mod">
          <ac:chgData name="Muhammed Parlak" userId="5e78b33eb22d12df" providerId="Windows Live" clId="Web-{1C78F9AE-3663-43F0-BA30-AC38C4133327}" dt="2022-06-17T15:38:58.403" v="4" actId="1076"/>
          <ac:picMkLst>
            <pc:docMk/>
            <pc:sldMk cId="1738386457" sldId="269"/>
            <ac:picMk id="4" creationId="{47E6AD2E-6D09-C567-E2A6-E15BE5270E04}"/>
          </ac:picMkLst>
        </pc:picChg>
        <pc:picChg chg="mod">
          <ac:chgData name="Muhammed Parlak" userId="5e78b33eb22d12df" providerId="Windows Live" clId="Web-{1C78F9AE-3663-43F0-BA30-AC38C4133327}" dt="2022-06-17T15:39:13.982" v="5" actId="1076"/>
          <ac:picMkLst>
            <pc:docMk/>
            <pc:sldMk cId="1738386457" sldId="269"/>
            <ac:picMk id="5" creationId="{852102DA-45CF-1D36-083E-9C93A80FFAA4}"/>
          </ac:picMkLst>
        </pc:picChg>
      </pc:sldChg>
      <pc:sldChg chg="modSp">
        <pc:chgData name="Muhammed Parlak" userId="5e78b33eb22d12df" providerId="Windows Live" clId="Web-{1C78F9AE-3663-43F0-BA30-AC38C4133327}" dt="2022-06-17T15:41:33.396" v="6" actId="1076"/>
        <pc:sldMkLst>
          <pc:docMk/>
          <pc:sldMk cId="341588960" sldId="271"/>
        </pc:sldMkLst>
        <pc:picChg chg="mod">
          <ac:chgData name="Muhammed Parlak" userId="5e78b33eb22d12df" providerId="Windows Live" clId="Web-{1C78F9AE-3663-43F0-BA30-AC38C4133327}" dt="2022-06-17T15:41:33.396" v="6" actId="1076"/>
          <ac:picMkLst>
            <pc:docMk/>
            <pc:sldMk cId="341588960" sldId="271"/>
            <ac:picMk id="2" creationId="{873FC23B-C728-579E-6588-40E7E561F5D8}"/>
          </ac:picMkLst>
        </pc:picChg>
      </pc:sldChg>
    </pc:docChg>
  </pc:docChgLst>
  <pc:docChgLst>
    <pc:chgData name="Muhammed Parlak" userId="5e78b33eb22d12df" providerId="Windows Live" clId="Web-{D7CD7A1F-EC41-47D2-90B9-60BD23D17CC2}"/>
    <pc:docChg chg="addSld delSld modSld">
      <pc:chgData name="Muhammed Parlak" userId="5e78b33eb22d12df" providerId="Windows Live" clId="Web-{D7CD7A1F-EC41-47D2-90B9-60BD23D17CC2}" dt="2022-06-07T19:08:54.385" v="61" actId="1076"/>
      <pc:docMkLst>
        <pc:docMk/>
      </pc:docMkLst>
      <pc:sldChg chg="modSp">
        <pc:chgData name="Muhammed Parlak" userId="5e78b33eb22d12df" providerId="Windows Live" clId="Web-{D7CD7A1F-EC41-47D2-90B9-60BD23D17CC2}" dt="2022-06-07T19:07:16.165" v="59" actId="20577"/>
        <pc:sldMkLst>
          <pc:docMk/>
          <pc:sldMk cId="0" sldId="257"/>
        </pc:sldMkLst>
        <pc:spChg chg="mod">
          <ac:chgData name="Muhammed Parlak" userId="5e78b33eb22d12df" providerId="Windows Live" clId="Web-{D7CD7A1F-EC41-47D2-90B9-60BD23D17CC2}" dt="2022-06-07T19:07:16.165" v="59" actId="20577"/>
          <ac:spMkLst>
            <pc:docMk/>
            <pc:sldMk cId="0" sldId="257"/>
            <ac:spMk id="8195" creationId="{D1B525CD-40F2-D2CC-D10C-9E1BA990133A}"/>
          </ac:spMkLst>
        </pc:spChg>
      </pc:sldChg>
      <pc:sldChg chg="modSp">
        <pc:chgData name="Muhammed Parlak" userId="5e78b33eb22d12df" providerId="Windows Live" clId="Web-{D7CD7A1F-EC41-47D2-90B9-60BD23D17CC2}" dt="2022-06-07T19:08:54.385" v="61" actId="1076"/>
        <pc:sldMkLst>
          <pc:docMk/>
          <pc:sldMk cId="1829547315" sldId="262"/>
        </pc:sldMkLst>
        <pc:spChg chg="mod">
          <ac:chgData name="Muhammed Parlak" userId="5e78b33eb22d12df" providerId="Windows Live" clId="Web-{D7CD7A1F-EC41-47D2-90B9-60BD23D17CC2}" dt="2022-06-07T19:08:54.385" v="61" actId="1076"/>
          <ac:spMkLst>
            <pc:docMk/>
            <pc:sldMk cId="1829547315" sldId="262"/>
            <ac:spMk id="9219" creationId="{DF62FE5C-53AA-6ECC-6348-5285FB58F045}"/>
          </ac:spMkLst>
        </pc:spChg>
      </pc:sldChg>
      <pc:sldChg chg="modSp">
        <pc:chgData name="Muhammed Parlak" userId="5e78b33eb22d12df" providerId="Windows Live" clId="Web-{D7CD7A1F-EC41-47D2-90B9-60BD23D17CC2}" dt="2022-06-07T18:38:47.792" v="18" actId="20577"/>
        <pc:sldMkLst>
          <pc:docMk/>
          <pc:sldMk cId="379954947" sldId="263"/>
        </pc:sldMkLst>
        <pc:spChg chg="mod">
          <ac:chgData name="Muhammed Parlak" userId="5e78b33eb22d12df" providerId="Windows Live" clId="Web-{D7CD7A1F-EC41-47D2-90B9-60BD23D17CC2}" dt="2022-06-07T18:38:47.792" v="18" actId="20577"/>
          <ac:spMkLst>
            <pc:docMk/>
            <pc:sldMk cId="379954947" sldId="263"/>
            <ac:spMk id="9219" creationId="{DF62FE5C-53AA-6ECC-6348-5285FB58F045}"/>
          </ac:spMkLst>
        </pc:spChg>
      </pc:sldChg>
      <pc:sldChg chg="modSp">
        <pc:chgData name="Muhammed Parlak" userId="5e78b33eb22d12df" providerId="Windows Live" clId="Web-{D7CD7A1F-EC41-47D2-90B9-60BD23D17CC2}" dt="2022-06-07T18:43:46.265" v="28" actId="20577"/>
        <pc:sldMkLst>
          <pc:docMk/>
          <pc:sldMk cId="3466239617" sldId="264"/>
        </pc:sldMkLst>
        <pc:spChg chg="mod">
          <ac:chgData name="Muhammed Parlak" userId="5e78b33eb22d12df" providerId="Windows Live" clId="Web-{D7CD7A1F-EC41-47D2-90B9-60BD23D17CC2}" dt="2022-06-07T18:43:46.265" v="28" actId="20577"/>
          <ac:spMkLst>
            <pc:docMk/>
            <pc:sldMk cId="3466239617" sldId="264"/>
            <ac:spMk id="9219" creationId="{DF62FE5C-53AA-6ECC-6348-5285FB58F045}"/>
          </ac:spMkLst>
        </pc:spChg>
      </pc:sldChg>
      <pc:sldChg chg="modSp add del replId">
        <pc:chgData name="Muhammed Parlak" userId="5e78b33eb22d12df" providerId="Windows Live" clId="Web-{D7CD7A1F-EC41-47D2-90B9-60BD23D17CC2}" dt="2022-06-07T19:08:03.744" v="60"/>
        <pc:sldMkLst>
          <pc:docMk/>
          <pc:sldMk cId="1755922890" sldId="265"/>
        </pc:sldMkLst>
        <pc:spChg chg="mod">
          <ac:chgData name="Muhammed Parlak" userId="5e78b33eb22d12df" providerId="Windows Live" clId="Web-{D7CD7A1F-EC41-47D2-90B9-60BD23D17CC2}" dt="2022-06-07T18:39:08.292" v="24" actId="20577"/>
          <ac:spMkLst>
            <pc:docMk/>
            <pc:sldMk cId="1755922890" sldId="265"/>
            <ac:spMk id="9218" creationId="{97094EFD-FD14-53EE-953F-0744551C805C}"/>
          </ac:spMkLst>
        </pc:spChg>
        <pc:spChg chg="mod">
          <ac:chgData name="Muhammed Parlak" userId="5e78b33eb22d12df" providerId="Windows Live" clId="Web-{D7CD7A1F-EC41-47D2-90B9-60BD23D17CC2}" dt="2022-06-07T18:39:22.355" v="25" actId="20577"/>
          <ac:spMkLst>
            <pc:docMk/>
            <pc:sldMk cId="1755922890" sldId="265"/>
            <ac:spMk id="9219" creationId="{DF62FE5C-53AA-6ECC-6348-5285FB58F045}"/>
          </ac:spMkLst>
        </pc:spChg>
      </pc:sldChg>
    </pc:docChg>
  </pc:docChgLst>
  <pc:docChgLst>
    <pc:chgData name="Muhammed Parlak" userId="5e78b33eb22d12df" providerId="Windows Live" clId="Web-{9DDC63E6-2698-4575-A20C-67FE466C1527}"/>
    <pc:docChg chg="addSld modSld">
      <pc:chgData name="Muhammed Parlak" userId="5e78b33eb22d12df" providerId="Windows Live" clId="Web-{9DDC63E6-2698-4575-A20C-67FE466C1527}" dt="2022-06-16T18:14:03.415" v="34" actId="20577"/>
      <pc:docMkLst>
        <pc:docMk/>
      </pc:docMkLst>
      <pc:sldChg chg="modSp add replId">
        <pc:chgData name="Muhammed Parlak" userId="5e78b33eb22d12df" providerId="Windows Live" clId="Web-{9DDC63E6-2698-4575-A20C-67FE466C1527}" dt="2022-06-16T18:14:03.415" v="34" actId="20577"/>
        <pc:sldMkLst>
          <pc:docMk/>
          <pc:sldMk cId="3205268437" sldId="275"/>
        </pc:sldMkLst>
        <pc:spChg chg="mod">
          <ac:chgData name="Muhammed Parlak" userId="5e78b33eb22d12df" providerId="Windows Live" clId="Web-{9DDC63E6-2698-4575-A20C-67FE466C1527}" dt="2022-06-16T18:10:11.864" v="6" actId="20577"/>
          <ac:spMkLst>
            <pc:docMk/>
            <pc:sldMk cId="3205268437" sldId="275"/>
            <ac:spMk id="9218" creationId="{97094EFD-FD14-53EE-953F-0744551C805C}"/>
          </ac:spMkLst>
        </pc:spChg>
        <pc:spChg chg="mod">
          <ac:chgData name="Muhammed Parlak" userId="5e78b33eb22d12df" providerId="Windows Live" clId="Web-{9DDC63E6-2698-4575-A20C-67FE466C1527}" dt="2022-06-16T18:14:03.415" v="34" actId="20577"/>
          <ac:spMkLst>
            <pc:docMk/>
            <pc:sldMk cId="3205268437" sldId="275"/>
            <ac:spMk id="9219" creationId="{DF62FE5C-53AA-6ECC-6348-5285FB58F045}"/>
          </ac:spMkLst>
        </pc:spChg>
      </pc:sldChg>
      <pc:sldChg chg="modSp add replId">
        <pc:chgData name="Muhammed Parlak" userId="5e78b33eb22d12df" providerId="Windows Live" clId="Web-{9DDC63E6-2698-4575-A20C-67FE466C1527}" dt="2022-06-16T18:10:55.161" v="18" actId="20577"/>
        <pc:sldMkLst>
          <pc:docMk/>
          <pc:sldMk cId="3846697791" sldId="276"/>
        </pc:sldMkLst>
        <pc:spChg chg="mod">
          <ac:chgData name="Muhammed Parlak" userId="5e78b33eb22d12df" providerId="Windows Live" clId="Web-{9DDC63E6-2698-4575-A20C-67FE466C1527}" dt="2022-06-16T18:10:55.161" v="18" actId="20577"/>
          <ac:spMkLst>
            <pc:docMk/>
            <pc:sldMk cId="3846697791" sldId="276"/>
            <ac:spMk id="9218" creationId="{97094EFD-FD14-53EE-953F-0744551C805C}"/>
          </ac:spMkLst>
        </pc:spChg>
      </pc:sldChg>
      <pc:sldChg chg="modSp add replId">
        <pc:chgData name="Muhammed Parlak" userId="5e78b33eb22d12df" providerId="Windows Live" clId="Web-{9DDC63E6-2698-4575-A20C-67FE466C1527}" dt="2022-06-16T18:13:44.102" v="24" actId="20577"/>
        <pc:sldMkLst>
          <pc:docMk/>
          <pc:sldMk cId="2971888830" sldId="277"/>
        </pc:sldMkLst>
        <pc:spChg chg="mod">
          <ac:chgData name="Muhammed Parlak" userId="5e78b33eb22d12df" providerId="Windows Live" clId="Web-{9DDC63E6-2698-4575-A20C-67FE466C1527}" dt="2022-06-16T18:13:44.102" v="24" actId="20577"/>
          <ac:spMkLst>
            <pc:docMk/>
            <pc:sldMk cId="2971888830" sldId="277"/>
            <ac:spMk id="9218" creationId="{97094EFD-FD14-53EE-953F-0744551C805C}"/>
          </ac:spMkLst>
        </pc:spChg>
      </pc:sldChg>
    </pc:docChg>
  </pc:docChgLst>
  <pc:docChgLst>
    <pc:chgData name="Muhammed Parlak" userId="5e78b33eb22d12df" providerId="Windows Live" clId="Web-{EBA9CC1E-006B-4F27-B3C6-B787265AC6C4}"/>
    <pc:docChg chg="modSld">
      <pc:chgData name="Muhammed Parlak" userId="5e78b33eb22d12df" providerId="Windows Live" clId="Web-{EBA9CC1E-006B-4F27-B3C6-B787265AC6C4}" dt="2022-06-16T18:25:04.337" v="128" actId="20577"/>
      <pc:docMkLst>
        <pc:docMk/>
      </pc:docMkLst>
      <pc:sldChg chg="modSp">
        <pc:chgData name="Muhammed Parlak" userId="5e78b33eb22d12df" providerId="Windows Live" clId="Web-{EBA9CC1E-006B-4F27-B3C6-B787265AC6C4}" dt="2022-06-16T18:25:04.337" v="128" actId="20577"/>
        <pc:sldMkLst>
          <pc:docMk/>
          <pc:sldMk cId="3466239617" sldId="264"/>
        </pc:sldMkLst>
        <pc:spChg chg="mod">
          <ac:chgData name="Muhammed Parlak" userId="5e78b33eb22d12df" providerId="Windows Live" clId="Web-{EBA9CC1E-006B-4F27-B3C6-B787265AC6C4}" dt="2022-06-16T18:25:04.337" v="128" actId="20577"/>
          <ac:spMkLst>
            <pc:docMk/>
            <pc:sldMk cId="3466239617" sldId="264"/>
            <ac:spMk id="9219" creationId="{DF62FE5C-53AA-6ECC-6348-5285FB58F045}"/>
          </ac:spMkLst>
        </pc:spChg>
      </pc:sldChg>
      <pc:sldChg chg="addSp modSp">
        <pc:chgData name="Muhammed Parlak" userId="5e78b33eb22d12df" providerId="Windows Live" clId="Web-{EBA9CC1E-006B-4F27-B3C6-B787265AC6C4}" dt="2022-06-16T18:17:06.360" v="11" actId="14100"/>
        <pc:sldMkLst>
          <pc:docMk/>
          <pc:sldMk cId="3205268437" sldId="275"/>
        </pc:sldMkLst>
        <pc:picChg chg="add mod">
          <ac:chgData name="Muhammed Parlak" userId="5e78b33eb22d12df" providerId="Windows Live" clId="Web-{EBA9CC1E-006B-4F27-B3C6-B787265AC6C4}" dt="2022-06-16T18:16:55.141" v="8" actId="1076"/>
          <ac:picMkLst>
            <pc:docMk/>
            <pc:sldMk cId="3205268437" sldId="275"/>
            <ac:picMk id="2" creationId="{3192E480-D790-9D56-F7B1-A0C7EBE61AFD}"/>
          </ac:picMkLst>
        </pc:picChg>
        <pc:picChg chg="add mod">
          <ac:chgData name="Muhammed Parlak" userId="5e78b33eb22d12df" providerId="Windows Live" clId="Web-{EBA9CC1E-006B-4F27-B3C6-B787265AC6C4}" dt="2022-06-16T18:17:06.360" v="11" actId="14100"/>
          <ac:picMkLst>
            <pc:docMk/>
            <pc:sldMk cId="3205268437" sldId="275"/>
            <ac:picMk id="3" creationId="{156502AC-5362-F1BA-1604-E98EF92C024B}"/>
          </ac:picMkLst>
        </pc:picChg>
      </pc:sldChg>
      <pc:sldChg chg="modSp">
        <pc:chgData name="Muhammed Parlak" userId="5e78b33eb22d12df" providerId="Windows Live" clId="Web-{EBA9CC1E-006B-4F27-B3C6-B787265AC6C4}" dt="2022-06-16T18:20:03.472" v="83" actId="20577"/>
        <pc:sldMkLst>
          <pc:docMk/>
          <pc:sldMk cId="3846697791" sldId="276"/>
        </pc:sldMkLst>
        <pc:spChg chg="mod">
          <ac:chgData name="Muhammed Parlak" userId="5e78b33eb22d12df" providerId="Windows Live" clId="Web-{EBA9CC1E-006B-4F27-B3C6-B787265AC6C4}" dt="2022-06-16T18:20:03.472" v="83" actId="20577"/>
          <ac:spMkLst>
            <pc:docMk/>
            <pc:sldMk cId="3846697791" sldId="276"/>
            <ac:spMk id="9219" creationId="{DF62FE5C-53AA-6ECC-6348-5285FB58F045}"/>
          </ac:spMkLst>
        </pc:spChg>
      </pc:sldChg>
      <pc:sldChg chg="addSp modSp">
        <pc:chgData name="Muhammed Parlak" userId="5e78b33eb22d12df" providerId="Windows Live" clId="Web-{EBA9CC1E-006B-4F27-B3C6-B787265AC6C4}" dt="2022-06-16T18:24:26.977" v="123" actId="1076"/>
        <pc:sldMkLst>
          <pc:docMk/>
          <pc:sldMk cId="2971888830" sldId="277"/>
        </pc:sldMkLst>
        <pc:spChg chg="mod">
          <ac:chgData name="Muhammed Parlak" userId="5e78b33eb22d12df" providerId="Windows Live" clId="Web-{EBA9CC1E-006B-4F27-B3C6-B787265AC6C4}" dt="2022-06-16T18:24:00.836" v="116" actId="20577"/>
          <ac:spMkLst>
            <pc:docMk/>
            <pc:sldMk cId="2971888830" sldId="277"/>
            <ac:spMk id="9219" creationId="{DF62FE5C-53AA-6ECC-6348-5285FB58F045}"/>
          </ac:spMkLst>
        </pc:spChg>
        <pc:picChg chg="add mod">
          <ac:chgData name="Muhammed Parlak" userId="5e78b33eb22d12df" providerId="Windows Live" clId="Web-{EBA9CC1E-006B-4F27-B3C6-B787265AC6C4}" dt="2022-06-16T18:24:26.977" v="123" actId="1076"/>
          <ac:picMkLst>
            <pc:docMk/>
            <pc:sldMk cId="2971888830" sldId="277"/>
            <ac:picMk id="2" creationId="{0136186A-1CF7-8CC3-C7D3-04FCA651B4A7}"/>
          </ac:picMkLst>
        </pc:picChg>
      </pc:sldChg>
    </pc:docChg>
  </pc:docChgLst>
  <pc:docChgLst>
    <pc:chgData name="Muhammed Parlak" userId="5e78b33eb22d12df" providerId="Windows Live" clId="Web-{3D95C326-34AA-4A08-BD2B-87F88F8EC99B}"/>
    <pc:docChg chg="addSld delSld modSld sldOrd">
      <pc:chgData name="Muhammed Parlak" userId="5e78b33eb22d12df" providerId="Windows Live" clId="Web-{3D95C326-34AA-4A08-BD2B-87F88F8EC99B}" dt="2022-06-16T17:49:32.762" v="941" actId="20577"/>
      <pc:docMkLst>
        <pc:docMk/>
      </pc:docMkLst>
      <pc:sldChg chg="addSp delSp modSp">
        <pc:chgData name="Muhammed Parlak" userId="5e78b33eb22d12df" providerId="Windows Live" clId="Web-{3D95C326-34AA-4A08-BD2B-87F88F8EC99B}" dt="2022-06-16T16:13:22.223" v="568"/>
        <pc:sldMkLst>
          <pc:docMk/>
          <pc:sldMk cId="0" sldId="257"/>
        </pc:sldMkLst>
        <pc:spChg chg="add del">
          <ac:chgData name="Muhammed Parlak" userId="5e78b33eb22d12df" providerId="Windows Live" clId="Web-{3D95C326-34AA-4A08-BD2B-87F88F8EC99B}" dt="2022-06-16T16:13:18.488" v="567"/>
          <ac:spMkLst>
            <pc:docMk/>
            <pc:sldMk cId="0" sldId="257"/>
            <ac:spMk id="2" creationId="{D19FEBE7-4F7B-C25C-8BA4-AA89C455990C}"/>
          </ac:spMkLst>
        </pc:spChg>
        <pc:spChg chg="add del mod">
          <ac:chgData name="Muhammed Parlak" userId="5e78b33eb22d12df" providerId="Windows Live" clId="Web-{3D95C326-34AA-4A08-BD2B-87F88F8EC99B}" dt="2022-06-16T16:13:22.223" v="568"/>
          <ac:spMkLst>
            <pc:docMk/>
            <pc:sldMk cId="0" sldId="257"/>
            <ac:spMk id="3" creationId="{8E06985C-7A49-D11F-BCE4-B7F5DD23B5CD}"/>
          </ac:spMkLst>
        </pc:spChg>
        <pc:spChg chg="add del">
          <ac:chgData name="Muhammed Parlak" userId="5e78b33eb22d12df" providerId="Windows Live" clId="Web-{3D95C326-34AA-4A08-BD2B-87F88F8EC99B}" dt="2022-06-16T16:13:14.894" v="565"/>
          <ac:spMkLst>
            <pc:docMk/>
            <pc:sldMk cId="0" sldId="257"/>
            <ac:spMk id="4" creationId="{A4466DB9-B8F8-D152-1137-AB7AFBAF170B}"/>
          </ac:spMkLst>
        </pc:spChg>
        <pc:spChg chg="mod">
          <ac:chgData name="Muhammed Parlak" userId="5e78b33eb22d12df" providerId="Windows Live" clId="Web-{3D95C326-34AA-4A08-BD2B-87F88F8EC99B}" dt="2022-06-16T14:41:08.714" v="30" actId="20577"/>
          <ac:spMkLst>
            <pc:docMk/>
            <pc:sldMk cId="0" sldId="257"/>
            <ac:spMk id="8195" creationId="{D1B525CD-40F2-D2CC-D10C-9E1BA990133A}"/>
          </ac:spMkLst>
        </pc:spChg>
      </pc:sldChg>
      <pc:sldChg chg="modSp">
        <pc:chgData name="Muhammed Parlak" userId="5e78b33eb22d12df" providerId="Windows Live" clId="Web-{3D95C326-34AA-4A08-BD2B-87F88F8EC99B}" dt="2022-06-16T14:45:34.590" v="114" actId="20577"/>
        <pc:sldMkLst>
          <pc:docMk/>
          <pc:sldMk cId="0" sldId="261"/>
        </pc:sldMkLst>
        <pc:spChg chg="mod">
          <ac:chgData name="Muhammed Parlak" userId="5e78b33eb22d12df" providerId="Windows Live" clId="Web-{3D95C326-34AA-4A08-BD2B-87F88F8EC99B}" dt="2022-06-16T14:41:14.495" v="32" actId="20577"/>
          <ac:spMkLst>
            <pc:docMk/>
            <pc:sldMk cId="0" sldId="261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4:45:34.590" v="114" actId="20577"/>
          <ac:spMkLst>
            <pc:docMk/>
            <pc:sldMk cId="0" sldId="261"/>
            <ac:spMk id="9219" creationId="{DF62FE5C-53AA-6ECC-6348-5285FB58F045}"/>
          </ac:spMkLst>
        </pc:spChg>
      </pc:sldChg>
      <pc:sldChg chg="modSp">
        <pc:chgData name="Muhammed Parlak" userId="5e78b33eb22d12df" providerId="Windows Live" clId="Web-{3D95C326-34AA-4A08-BD2B-87F88F8EC99B}" dt="2022-06-16T15:57:25.115" v="362" actId="20577"/>
        <pc:sldMkLst>
          <pc:docMk/>
          <pc:sldMk cId="1829547315" sldId="262"/>
        </pc:sldMkLst>
        <pc:spChg chg="mod">
          <ac:chgData name="Muhammed Parlak" userId="5e78b33eb22d12df" providerId="Windows Live" clId="Web-{3D95C326-34AA-4A08-BD2B-87F88F8EC99B}" dt="2022-06-16T15:57:25.115" v="362" actId="20577"/>
          <ac:spMkLst>
            <pc:docMk/>
            <pc:sldMk cId="1829547315" sldId="262"/>
            <ac:spMk id="9219" creationId="{DF62FE5C-53AA-6ECC-6348-5285FB58F045}"/>
          </ac:spMkLst>
        </pc:spChg>
      </pc:sldChg>
      <pc:sldChg chg="modSp">
        <pc:chgData name="Muhammed Parlak" userId="5e78b33eb22d12df" providerId="Windows Live" clId="Web-{3D95C326-34AA-4A08-BD2B-87F88F8EC99B}" dt="2022-06-16T17:43:30.176" v="917" actId="1076"/>
        <pc:sldMkLst>
          <pc:docMk/>
          <pc:sldMk cId="379954947" sldId="263"/>
        </pc:sldMkLst>
        <pc:spChg chg="mod">
          <ac:chgData name="Muhammed Parlak" userId="5e78b33eb22d12df" providerId="Windows Live" clId="Web-{3D95C326-34AA-4A08-BD2B-87F88F8EC99B}" dt="2022-06-16T17:43:30.176" v="917" actId="1076"/>
          <ac:spMkLst>
            <pc:docMk/>
            <pc:sldMk cId="379954947" sldId="263"/>
            <ac:spMk id="9219" creationId="{DF62FE5C-53AA-6ECC-6348-5285FB58F045}"/>
          </ac:spMkLst>
        </pc:spChg>
      </pc:sldChg>
      <pc:sldChg chg="addSp modSp add replId">
        <pc:chgData name="Muhammed Parlak" userId="5e78b33eb22d12df" providerId="Windows Live" clId="Web-{3D95C326-34AA-4A08-BD2B-87F88F8EC99B}" dt="2022-06-16T17:49:32.762" v="941" actId="20577"/>
        <pc:sldMkLst>
          <pc:docMk/>
          <pc:sldMk cId="3413898157" sldId="265"/>
        </pc:sldMkLst>
        <pc:spChg chg="mod">
          <ac:chgData name="Muhammed Parlak" userId="5e78b33eb22d12df" providerId="Windows Live" clId="Web-{3D95C326-34AA-4A08-BD2B-87F88F8EC99B}" dt="2022-06-16T14:56:12.067" v="117" actId="20577"/>
          <ac:spMkLst>
            <pc:docMk/>
            <pc:sldMk cId="3413898157" sldId="265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7:49:32.762" v="941" actId="20577"/>
          <ac:spMkLst>
            <pc:docMk/>
            <pc:sldMk cId="3413898157" sldId="265"/>
            <ac:spMk id="9219" creationId="{DF62FE5C-53AA-6ECC-6348-5285FB58F045}"/>
          </ac:spMkLst>
        </pc:spChg>
        <pc:picChg chg="add mod">
          <ac:chgData name="Muhammed Parlak" userId="5e78b33eb22d12df" providerId="Windows Live" clId="Web-{3D95C326-34AA-4A08-BD2B-87F88F8EC99B}" dt="2022-06-16T15:01:15.477" v="177" actId="1076"/>
          <ac:picMkLst>
            <pc:docMk/>
            <pc:sldMk cId="3413898157" sldId="265"/>
            <ac:picMk id="2" creationId="{197AB6C6-013F-3409-A266-A7D9166C63B1}"/>
          </ac:picMkLst>
        </pc:picChg>
      </pc:sldChg>
      <pc:sldChg chg="addSp delSp modSp add replId">
        <pc:chgData name="Muhammed Parlak" userId="5e78b33eb22d12df" providerId="Windows Live" clId="Web-{3D95C326-34AA-4A08-BD2B-87F88F8EC99B}" dt="2022-06-16T15:09:49.462" v="263" actId="1076"/>
        <pc:sldMkLst>
          <pc:docMk/>
          <pc:sldMk cId="1299060027" sldId="266"/>
        </pc:sldMkLst>
        <pc:spChg chg="add del">
          <ac:chgData name="Muhammed Parlak" userId="5e78b33eb22d12df" providerId="Windows Live" clId="Web-{3D95C326-34AA-4A08-BD2B-87F88F8EC99B}" dt="2022-06-16T15:03:08.687" v="192"/>
          <ac:spMkLst>
            <pc:docMk/>
            <pc:sldMk cId="1299060027" sldId="266"/>
            <ac:spMk id="3" creationId="{2B3B1B10-325D-07BC-4762-C011FEE38099}"/>
          </ac:spMkLst>
        </pc:spChg>
        <pc:spChg chg="mod">
          <ac:chgData name="Muhammed Parlak" userId="5e78b33eb22d12df" providerId="Windows Live" clId="Web-{3D95C326-34AA-4A08-BD2B-87F88F8EC99B}" dt="2022-06-16T15:03:49.721" v="218" actId="20577"/>
          <ac:spMkLst>
            <pc:docMk/>
            <pc:sldMk cId="1299060027" sldId="266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5:06:53.545" v="260" actId="20577"/>
          <ac:spMkLst>
            <pc:docMk/>
            <pc:sldMk cId="1299060027" sldId="266"/>
            <ac:spMk id="9219" creationId="{DF62FE5C-53AA-6ECC-6348-5285FB58F045}"/>
          </ac:spMkLst>
        </pc:spChg>
        <pc:picChg chg="del">
          <ac:chgData name="Muhammed Parlak" userId="5e78b33eb22d12df" providerId="Windows Live" clId="Web-{3D95C326-34AA-4A08-BD2B-87F88F8EC99B}" dt="2022-06-16T15:01:34.447" v="179"/>
          <ac:picMkLst>
            <pc:docMk/>
            <pc:sldMk cId="1299060027" sldId="266"/>
            <ac:picMk id="2" creationId="{197AB6C6-013F-3409-A266-A7D9166C63B1}"/>
          </ac:picMkLst>
        </pc:picChg>
        <pc:picChg chg="add mod">
          <ac:chgData name="Muhammed Parlak" userId="5e78b33eb22d12df" providerId="Windows Live" clId="Web-{3D95C326-34AA-4A08-BD2B-87F88F8EC99B}" dt="2022-06-16T15:09:49.462" v="263" actId="1076"/>
          <ac:picMkLst>
            <pc:docMk/>
            <pc:sldMk cId="1299060027" sldId="266"/>
            <ac:picMk id="4" creationId="{82164C8A-339F-C0E4-0184-11E15CD94B84}"/>
          </ac:picMkLst>
        </pc:picChg>
      </pc:sldChg>
      <pc:sldChg chg="addSp delSp modSp add del replId">
        <pc:chgData name="Muhammed Parlak" userId="5e78b33eb22d12df" providerId="Windows Live" clId="Web-{3D95C326-34AA-4A08-BD2B-87F88F8EC99B}" dt="2022-06-16T15:47:40.348" v="276"/>
        <pc:sldMkLst>
          <pc:docMk/>
          <pc:sldMk cId="66155434" sldId="267"/>
        </pc:sldMkLst>
        <pc:spChg chg="add del">
          <ac:chgData name="Muhammed Parlak" userId="5e78b33eb22d12df" providerId="Windows Live" clId="Web-{3D95C326-34AA-4A08-BD2B-87F88F8EC99B}" dt="2022-06-16T15:47:22.566" v="272"/>
          <ac:spMkLst>
            <pc:docMk/>
            <pc:sldMk cId="66155434" sldId="267"/>
            <ac:spMk id="2" creationId="{56C4F318-07B0-D4D5-1274-83697ED2AF21}"/>
          </ac:spMkLst>
        </pc:spChg>
        <pc:spChg chg="mod">
          <ac:chgData name="Muhammed Parlak" userId="5e78b33eb22d12df" providerId="Windows Live" clId="Web-{3D95C326-34AA-4A08-BD2B-87F88F8EC99B}" dt="2022-06-16T15:12:34.566" v="266" actId="20577"/>
          <ac:spMkLst>
            <pc:docMk/>
            <pc:sldMk cId="66155434" sldId="267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5:47:30.957" v="274" actId="20577"/>
          <ac:spMkLst>
            <pc:docMk/>
            <pc:sldMk cId="66155434" sldId="267"/>
            <ac:spMk id="9219" creationId="{DF62FE5C-53AA-6ECC-6348-5285FB58F045}"/>
          </ac:spMkLst>
        </pc:spChg>
        <pc:picChg chg="del">
          <ac:chgData name="Muhammed Parlak" userId="5e78b33eb22d12df" providerId="Windows Live" clId="Web-{3D95C326-34AA-4A08-BD2B-87F88F8EC99B}" dt="2022-06-16T15:12:39.066" v="267"/>
          <ac:picMkLst>
            <pc:docMk/>
            <pc:sldMk cId="66155434" sldId="267"/>
            <ac:picMk id="4" creationId="{82164C8A-339F-C0E4-0184-11E15CD94B84}"/>
          </ac:picMkLst>
        </pc:picChg>
      </pc:sldChg>
      <pc:sldChg chg="addSp delSp modSp add replId">
        <pc:chgData name="Muhammed Parlak" userId="5e78b33eb22d12df" providerId="Windows Live" clId="Web-{3D95C326-34AA-4A08-BD2B-87F88F8EC99B}" dt="2022-06-16T15:54:53.767" v="339" actId="1076"/>
        <pc:sldMkLst>
          <pc:docMk/>
          <pc:sldMk cId="3705261902" sldId="268"/>
        </pc:sldMkLst>
        <pc:spChg chg="mod">
          <ac:chgData name="Muhammed Parlak" userId="5e78b33eb22d12df" providerId="Windows Live" clId="Web-{3D95C326-34AA-4A08-BD2B-87F88F8EC99B}" dt="2022-06-16T15:50:45.572" v="311" actId="20577"/>
          <ac:spMkLst>
            <pc:docMk/>
            <pc:sldMk cId="3705261902" sldId="268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5:52:23.669" v="322" actId="20577"/>
          <ac:spMkLst>
            <pc:docMk/>
            <pc:sldMk cId="3705261902" sldId="268"/>
            <ac:spMk id="9219" creationId="{DF62FE5C-53AA-6ECC-6348-5285FB58F045}"/>
          </ac:spMkLst>
        </pc:spChg>
        <pc:picChg chg="add mod">
          <ac:chgData name="Muhammed Parlak" userId="5e78b33eb22d12df" providerId="Windows Live" clId="Web-{3D95C326-34AA-4A08-BD2B-87F88F8EC99B}" dt="2022-06-16T15:54:45.220" v="337" actId="1076"/>
          <ac:picMkLst>
            <pc:docMk/>
            <pc:sldMk cId="3705261902" sldId="268"/>
            <ac:picMk id="2" creationId="{F0AD6FAC-8D4B-78F2-AE45-06828645EFF3}"/>
          </ac:picMkLst>
        </pc:picChg>
        <pc:picChg chg="add mod">
          <ac:chgData name="Muhammed Parlak" userId="5e78b33eb22d12df" providerId="Windows Live" clId="Web-{3D95C326-34AA-4A08-BD2B-87F88F8EC99B}" dt="2022-06-16T15:54:53.767" v="339" actId="1076"/>
          <ac:picMkLst>
            <pc:docMk/>
            <pc:sldMk cId="3705261902" sldId="268"/>
            <ac:picMk id="3" creationId="{FC5844EA-DB4D-90EF-687A-40D37772A058}"/>
          </ac:picMkLst>
        </pc:picChg>
        <pc:picChg chg="del">
          <ac:chgData name="Muhammed Parlak" userId="5e78b33eb22d12df" providerId="Windows Live" clId="Web-{3D95C326-34AA-4A08-BD2B-87F88F8EC99B}" dt="2022-06-16T15:47:43.223" v="277"/>
          <ac:picMkLst>
            <pc:docMk/>
            <pc:sldMk cId="3705261902" sldId="268"/>
            <ac:picMk id="4" creationId="{82164C8A-339F-C0E4-0184-11E15CD94B84}"/>
          </ac:picMkLst>
        </pc:picChg>
      </pc:sldChg>
      <pc:sldChg chg="addSp delSp modSp add replId">
        <pc:chgData name="Muhammed Parlak" userId="5e78b33eb22d12df" providerId="Windows Live" clId="Web-{3D95C326-34AA-4A08-BD2B-87F88F8EC99B}" dt="2022-06-16T16:10:02.123" v="553" actId="20577"/>
        <pc:sldMkLst>
          <pc:docMk/>
          <pc:sldMk cId="1738386457" sldId="269"/>
        </pc:sldMkLst>
        <pc:spChg chg="mod">
          <ac:chgData name="Muhammed Parlak" userId="5e78b33eb22d12df" providerId="Windows Live" clId="Web-{3D95C326-34AA-4A08-BD2B-87F88F8EC99B}" dt="2022-06-16T15:56:25.879" v="342" actId="20577"/>
          <ac:spMkLst>
            <pc:docMk/>
            <pc:sldMk cId="1738386457" sldId="269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6:10:02.123" v="553" actId="20577"/>
          <ac:spMkLst>
            <pc:docMk/>
            <pc:sldMk cId="1738386457" sldId="269"/>
            <ac:spMk id="9219" creationId="{DF62FE5C-53AA-6ECC-6348-5285FB58F045}"/>
          </ac:spMkLst>
        </pc:spChg>
        <pc:picChg chg="del">
          <ac:chgData name="Muhammed Parlak" userId="5e78b33eb22d12df" providerId="Windows Live" clId="Web-{3D95C326-34AA-4A08-BD2B-87F88F8EC99B}" dt="2022-06-16T15:56:27.020" v="344"/>
          <ac:picMkLst>
            <pc:docMk/>
            <pc:sldMk cId="1738386457" sldId="269"/>
            <ac:picMk id="2" creationId="{F0AD6FAC-8D4B-78F2-AE45-06828645EFF3}"/>
          </ac:picMkLst>
        </pc:picChg>
        <pc:picChg chg="del">
          <ac:chgData name="Muhammed Parlak" userId="5e78b33eb22d12df" providerId="Windows Live" clId="Web-{3D95C326-34AA-4A08-BD2B-87F88F8EC99B}" dt="2022-06-16T15:56:26.457" v="343"/>
          <ac:picMkLst>
            <pc:docMk/>
            <pc:sldMk cId="1738386457" sldId="269"/>
            <ac:picMk id="3" creationId="{FC5844EA-DB4D-90EF-687A-40D37772A058}"/>
          </ac:picMkLst>
        </pc:picChg>
        <pc:picChg chg="add mod">
          <ac:chgData name="Muhammed Parlak" userId="5e78b33eb22d12df" providerId="Windows Live" clId="Web-{3D95C326-34AA-4A08-BD2B-87F88F8EC99B}" dt="2022-06-16T16:03:26.111" v="523" actId="14100"/>
          <ac:picMkLst>
            <pc:docMk/>
            <pc:sldMk cId="1738386457" sldId="269"/>
            <ac:picMk id="4" creationId="{47E6AD2E-6D09-C567-E2A6-E15BE5270E04}"/>
          </ac:picMkLst>
        </pc:picChg>
        <pc:picChg chg="add mod">
          <ac:chgData name="Muhammed Parlak" userId="5e78b33eb22d12df" providerId="Windows Live" clId="Web-{3D95C326-34AA-4A08-BD2B-87F88F8EC99B}" dt="2022-06-16T16:08:57.637" v="548" actId="14100"/>
          <ac:picMkLst>
            <pc:docMk/>
            <pc:sldMk cId="1738386457" sldId="269"/>
            <ac:picMk id="5" creationId="{852102DA-45CF-1D36-083E-9C93A80FFAA4}"/>
          </ac:picMkLst>
        </pc:picChg>
      </pc:sldChg>
      <pc:sldChg chg="addSp delSp modSp add replId">
        <pc:chgData name="Muhammed Parlak" userId="5e78b33eb22d12df" providerId="Windows Live" clId="Web-{3D95C326-34AA-4A08-BD2B-87F88F8EC99B}" dt="2022-06-16T17:47:11.290" v="924" actId="1076"/>
        <pc:sldMkLst>
          <pc:docMk/>
          <pc:sldMk cId="3776407307" sldId="270"/>
        </pc:sldMkLst>
        <pc:spChg chg="mod">
          <ac:chgData name="Muhammed Parlak" userId="5e78b33eb22d12df" providerId="Windows Live" clId="Web-{3D95C326-34AA-4A08-BD2B-87F88F8EC99B}" dt="2022-06-16T16:06:30.132" v="535" actId="20577"/>
          <ac:spMkLst>
            <pc:docMk/>
            <pc:sldMk cId="3776407307" sldId="270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6:07:14.727" v="538" actId="20577"/>
          <ac:spMkLst>
            <pc:docMk/>
            <pc:sldMk cId="3776407307" sldId="270"/>
            <ac:spMk id="9219" creationId="{DF62FE5C-53AA-6ECC-6348-5285FB58F045}"/>
          </ac:spMkLst>
        </pc:spChg>
        <pc:picChg chg="add mod">
          <ac:chgData name="Muhammed Parlak" userId="5e78b33eb22d12df" providerId="Windows Live" clId="Web-{3D95C326-34AA-4A08-BD2B-87F88F8EC99B}" dt="2022-06-16T16:07:58.932" v="544" actId="1076"/>
          <ac:picMkLst>
            <pc:docMk/>
            <pc:sldMk cId="3776407307" sldId="270"/>
            <ac:picMk id="2" creationId="{29FC8E33-749D-7D2E-E91A-499E4025ECF0}"/>
          </ac:picMkLst>
        </pc:picChg>
        <pc:picChg chg="add mod">
          <ac:chgData name="Muhammed Parlak" userId="5e78b33eb22d12df" providerId="Windows Live" clId="Web-{3D95C326-34AA-4A08-BD2B-87F88F8EC99B}" dt="2022-06-16T17:47:11.290" v="924" actId="1076"/>
          <ac:picMkLst>
            <pc:docMk/>
            <pc:sldMk cId="3776407307" sldId="270"/>
            <ac:picMk id="3" creationId="{88523B70-EDD7-2C34-27B7-078E590236A1}"/>
          </ac:picMkLst>
        </pc:picChg>
        <pc:picChg chg="del">
          <ac:chgData name="Muhammed Parlak" userId="5e78b33eb22d12df" providerId="Windows Live" clId="Web-{3D95C326-34AA-4A08-BD2B-87F88F8EC99B}" dt="2022-06-16T16:06:31.101" v="536"/>
          <ac:picMkLst>
            <pc:docMk/>
            <pc:sldMk cId="3776407307" sldId="270"/>
            <ac:picMk id="4" creationId="{47E6AD2E-6D09-C567-E2A6-E15BE5270E04}"/>
          </ac:picMkLst>
        </pc:picChg>
      </pc:sldChg>
      <pc:sldChg chg="addSp delSp modSp add ord replId">
        <pc:chgData name="Muhammed Parlak" userId="5e78b33eb22d12df" providerId="Windows Live" clId="Web-{3D95C326-34AA-4A08-BD2B-87F88F8EC99B}" dt="2022-06-16T16:54:43.783" v="782" actId="1076"/>
        <pc:sldMkLst>
          <pc:docMk/>
          <pc:sldMk cId="341588960" sldId="271"/>
        </pc:sldMkLst>
        <pc:spChg chg="mod">
          <ac:chgData name="Muhammed Parlak" userId="5e78b33eb22d12df" providerId="Windows Live" clId="Web-{3D95C326-34AA-4A08-BD2B-87F88F8EC99B}" dt="2022-06-16T16:36:50.938" v="646" actId="20577"/>
          <ac:spMkLst>
            <pc:docMk/>
            <pc:sldMk cId="341588960" sldId="271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6:39:56.193" v="771" actId="20577"/>
          <ac:spMkLst>
            <pc:docMk/>
            <pc:sldMk cId="341588960" sldId="271"/>
            <ac:spMk id="9219" creationId="{DF62FE5C-53AA-6ECC-6348-5285FB58F045}"/>
          </ac:spMkLst>
        </pc:spChg>
        <pc:picChg chg="add mod">
          <ac:chgData name="Muhammed Parlak" userId="5e78b33eb22d12df" providerId="Windows Live" clId="Web-{3D95C326-34AA-4A08-BD2B-87F88F8EC99B}" dt="2022-06-16T16:46:40.362" v="777" actId="1076"/>
          <ac:picMkLst>
            <pc:docMk/>
            <pc:sldMk cId="341588960" sldId="271"/>
            <ac:picMk id="2" creationId="{873FC23B-C728-579E-6588-40E7E561F5D8}"/>
          </ac:picMkLst>
        </pc:picChg>
        <pc:picChg chg="add mod">
          <ac:chgData name="Muhammed Parlak" userId="5e78b33eb22d12df" providerId="Windows Live" clId="Web-{3D95C326-34AA-4A08-BD2B-87F88F8EC99B}" dt="2022-06-16T16:54:43.783" v="782" actId="1076"/>
          <ac:picMkLst>
            <pc:docMk/>
            <pc:sldMk cId="341588960" sldId="271"/>
            <ac:picMk id="3" creationId="{2142E2B5-D63B-5C95-CA53-9A38C6C398EB}"/>
          </ac:picMkLst>
        </pc:picChg>
        <pc:picChg chg="del">
          <ac:chgData name="Muhammed Parlak" userId="5e78b33eb22d12df" providerId="Windows Live" clId="Web-{3D95C326-34AA-4A08-BD2B-87F88F8EC99B}" dt="2022-06-16T16:09:45.560" v="552"/>
          <ac:picMkLst>
            <pc:docMk/>
            <pc:sldMk cId="341588960" sldId="271"/>
            <ac:picMk id="4" creationId="{47E6AD2E-6D09-C567-E2A6-E15BE5270E04}"/>
          </ac:picMkLst>
        </pc:picChg>
        <pc:picChg chg="del">
          <ac:chgData name="Muhammed Parlak" userId="5e78b33eb22d12df" providerId="Windows Live" clId="Web-{3D95C326-34AA-4A08-BD2B-87F88F8EC99B}" dt="2022-06-16T16:09:45.013" v="551"/>
          <ac:picMkLst>
            <pc:docMk/>
            <pc:sldMk cId="341588960" sldId="271"/>
            <ac:picMk id="5" creationId="{852102DA-45CF-1D36-083E-9C93A80FFAA4}"/>
          </ac:picMkLst>
        </pc:picChg>
      </pc:sldChg>
      <pc:sldChg chg="modSp add replId">
        <pc:chgData name="Muhammed Parlak" userId="5e78b33eb22d12df" providerId="Windows Live" clId="Web-{3D95C326-34AA-4A08-BD2B-87F88F8EC99B}" dt="2022-06-16T16:59:20.870" v="916" actId="20577"/>
        <pc:sldMkLst>
          <pc:docMk/>
          <pc:sldMk cId="587090747" sldId="272"/>
        </pc:sldMkLst>
        <pc:spChg chg="mod">
          <ac:chgData name="Muhammed Parlak" userId="5e78b33eb22d12df" providerId="Windows Live" clId="Web-{3D95C326-34AA-4A08-BD2B-87F88F8EC99B}" dt="2022-06-16T16:58:21.540" v="868" actId="20577"/>
          <ac:spMkLst>
            <pc:docMk/>
            <pc:sldMk cId="587090747" sldId="272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6:59:20.870" v="916" actId="20577"/>
          <ac:spMkLst>
            <pc:docMk/>
            <pc:sldMk cId="587090747" sldId="272"/>
            <ac:spMk id="9219" creationId="{DF62FE5C-53AA-6ECC-6348-5285FB58F045}"/>
          </ac:spMkLst>
        </pc:spChg>
      </pc:sldChg>
      <pc:sldChg chg="modSp add replId">
        <pc:chgData name="Muhammed Parlak" userId="5e78b33eb22d12df" providerId="Windows Live" clId="Web-{3D95C326-34AA-4A08-BD2B-87F88F8EC99B}" dt="2022-06-16T16:15:28.727" v="573" actId="20577"/>
        <pc:sldMkLst>
          <pc:docMk/>
          <pc:sldMk cId="1518191875" sldId="273"/>
        </pc:sldMkLst>
        <pc:spChg chg="mod">
          <ac:chgData name="Muhammed Parlak" userId="5e78b33eb22d12df" providerId="Windows Live" clId="Web-{3D95C326-34AA-4A08-BD2B-87F88F8EC99B}" dt="2022-06-16T16:15:28.727" v="573" actId="20577"/>
          <ac:spMkLst>
            <pc:docMk/>
            <pc:sldMk cId="1518191875" sldId="273"/>
            <ac:spMk id="9218" creationId="{97094EFD-FD14-53EE-953F-0744551C805C}"/>
          </ac:spMkLst>
        </pc:spChg>
      </pc:sldChg>
      <pc:sldChg chg="modSp add ord replId">
        <pc:chgData name="Muhammed Parlak" userId="5e78b33eb22d12df" providerId="Windows Live" clId="Web-{3D95C326-34AA-4A08-BD2B-87F88F8EC99B}" dt="2022-06-16T16:36:59.032" v="648" actId="20577"/>
        <pc:sldMkLst>
          <pc:docMk/>
          <pc:sldMk cId="1098667496" sldId="274"/>
        </pc:sldMkLst>
        <pc:spChg chg="mod">
          <ac:chgData name="Muhammed Parlak" userId="5e78b33eb22d12df" providerId="Windows Live" clId="Web-{3D95C326-34AA-4A08-BD2B-87F88F8EC99B}" dt="2022-06-16T16:36:59.032" v="648" actId="20577"/>
          <ac:spMkLst>
            <pc:docMk/>
            <pc:sldMk cId="1098667496" sldId="274"/>
            <ac:spMk id="9218" creationId="{97094EFD-FD14-53EE-953F-0744551C805C}"/>
          </ac:spMkLst>
        </pc:spChg>
        <pc:spChg chg="mod">
          <ac:chgData name="Muhammed Parlak" userId="5e78b33eb22d12df" providerId="Windows Live" clId="Web-{3D95C326-34AA-4A08-BD2B-87F88F8EC99B}" dt="2022-06-16T16:36:11.155" v="642" actId="20577"/>
          <ac:spMkLst>
            <pc:docMk/>
            <pc:sldMk cId="1098667496" sldId="274"/>
            <ac:spMk id="9219" creationId="{DF62FE5C-53AA-6ECC-6348-5285FB58F045}"/>
          </ac:spMkLst>
        </pc:spChg>
      </pc:sldChg>
    </pc:docChg>
  </pc:docChgLst>
  <pc:docChgLst>
    <pc:chgData name="Gastbenutzer" providerId="Windows Live" clId="Web-{14144659-8704-4DE7-8217-B1AA71235E51}"/>
    <pc:docChg chg="modSld">
      <pc:chgData name="Gastbenutzer" userId="" providerId="Windows Live" clId="Web-{14144659-8704-4DE7-8217-B1AA71235E51}" dt="2022-06-06T11:44:32.857" v="3" actId="20577"/>
      <pc:docMkLst>
        <pc:docMk/>
      </pc:docMkLst>
      <pc:sldChg chg="modSp">
        <pc:chgData name="Gastbenutzer" userId="" providerId="Windows Live" clId="Web-{14144659-8704-4DE7-8217-B1AA71235E51}" dt="2022-06-06T11:44:32.857" v="3" actId="20577"/>
        <pc:sldMkLst>
          <pc:docMk/>
          <pc:sldMk cId="0" sldId="257"/>
        </pc:sldMkLst>
        <pc:spChg chg="mod">
          <ac:chgData name="Gastbenutzer" userId="" providerId="Windows Live" clId="Web-{14144659-8704-4DE7-8217-B1AA71235E51}" dt="2022-06-06T11:44:32.857" v="3" actId="20577"/>
          <ac:spMkLst>
            <pc:docMk/>
            <pc:sldMk cId="0" sldId="257"/>
            <ac:spMk id="8195" creationId="{D1B525CD-40F2-D2CC-D10C-9E1BA990133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4AC152E-7277-7566-6489-FE5E8D052C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DBFA70C-8A7C-3FD8-EDCF-E95692C85A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71A716A-CB01-4A73-B2B3-309DF3CAEBB3}" type="datetimeFigureOut">
              <a:rPr lang="de-DE"/>
              <a:pPr>
                <a:defRPr/>
              </a:pPr>
              <a:t>27.06.22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7BE977-2469-3377-06F3-536760A720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7B4F2A-E7DB-CC14-9B6D-3DD75EFC64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F9691EB-1F4C-441A-8C77-D72A3971FA87}" type="slidenum">
              <a:rPr lang="de-DE" altLang="nl-NL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C1F4FD6-E350-8BBD-598B-14E69F139A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261C81-8CA8-7C11-4EBC-911A3DB8FFF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03E1527-7B33-4100-A1DD-164BC64DB454}" type="datetimeFigureOut">
              <a:rPr lang="de-DE"/>
              <a:pPr>
                <a:defRPr/>
              </a:pPr>
              <a:t>27.06.22</a:t>
            </a:fld>
            <a:endParaRPr 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2E1AFE41-0648-75B1-B581-B2FC9932A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FC2F10BD-AE0E-6C6E-FEB2-63731D614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A2DCFE-07C9-4272-D758-9669A06E75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3BB26A-0347-FB57-A0B6-0C4DECEF5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2ABC669-F2E3-448D-A3A8-982A4DA67729}" type="slidenum">
              <a:rPr lang="de-DE" altLang="nl-NL"/>
              <a:pPr/>
              <a:t>‹Nr.›</a:t>
            </a:fld>
            <a:endParaRPr lang="de-DE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lienbildplatzhalter 1">
            <a:extLst>
              <a:ext uri="{FF2B5EF4-FFF2-40B4-BE49-F238E27FC236}">
                <a16:creationId xmlns:a16="http://schemas.microsoft.com/office/drawing/2014/main" id="{EBEC1FF9-38E3-86D5-7C06-134E4FD02C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izenplatzhalter 2">
            <a:extLst>
              <a:ext uri="{FF2B5EF4-FFF2-40B4-BE49-F238E27FC236}">
                <a16:creationId xmlns:a16="http://schemas.microsoft.com/office/drawing/2014/main" id="{7D6D6733-B18D-C06C-4FE2-DF401F53EB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 altLang="nl-NL"/>
          </a:p>
        </p:txBody>
      </p:sp>
      <p:sp>
        <p:nvSpPr>
          <p:cNvPr id="13316" name="Foliennummernplatzhalter 3">
            <a:extLst>
              <a:ext uri="{FF2B5EF4-FFF2-40B4-BE49-F238E27FC236}">
                <a16:creationId xmlns:a16="http://schemas.microsoft.com/office/drawing/2014/main" id="{9AD1EC96-5CED-BC8C-B879-ACAC90FF0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C97D30-EC4E-4FB8-9679-22CDF8A4501C}" type="slidenum">
              <a:rPr lang="de-DE" altLang="nl-NL"/>
              <a:pPr eaLnBrk="1" hangingPunct="1"/>
              <a:t>2</a:t>
            </a:fld>
            <a:endParaRPr lang="de-DE" alt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6">
            <a:extLst>
              <a:ext uri="{FF2B5EF4-FFF2-40B4-BE49-F238E27FC236}">
                <a16:creationId xmlns:a16="http://schemas.microsoft.com/office/drawing/2014/main" id="{409210C9-C7E9-E3AD-19B4-9AC30DEFC574}"/>
              </a:ext>
            </a:extLst>
          </p:cNvPr>
          <p:cNvCxnSpPr/>
          <p:nvPr/>
        </p:nvCxnSpPr>
        <p:spPr>
          <a:xfrm>
            <a:off x="383117" y="6516689"/>
            <a:ext cx="10752667" cy="15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7">
            <a:extLst>
              <a:ext uri="{FF2B5EF4-FFF2-40B4-BE49-F238E27FC236}">
                <a16:creationId xmlns:a16="http://schemas.microsoft.com/office/drawing/2014/main" id="{EDF55E33-E5ED-5D47-95E8-EE2274F9BBDA}"/>
              </a:ext>
            </a:extLst>
          </p:cNvPr>
          <p:cNvCxnSpPr/>
          <p:nvPr/>
        </p:nvCxnSpPr>
        <p:spPr>
          <a:xfrm>
            <a:off x="383117" y="6516689"/>
            <a:ext cx="10752667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84000" y="2016000"/>
            <a:ext cx="10752000" cy="2520000"/>
          </a:xfrm>
        </p:spPr>
        <p:txBody>
          <a:bodyPr/>
          <a:lstStyle>
            <a:lvl1pPr algn="l">
              <a:defRPr sz="4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84000" y="4608000"/>
            <a:ext cx="10752000" cy="1440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3E548A3D-B76C-0CDA-479A-79FA47E25A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3117" y="6551613"/>
            <a:ext cx="10752667" cy="215900"/>
          </a:xfr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959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anfa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6">
            <a:extLst>
              <a:ext uri="{FF2B5EF4-FFF2-40B4-BE49-F238E27FC236}">
                <a16:creationId xmlns:a16="http://schemas.microsoft.com/office/drawing/2014/main" id="{3ABE9840-F80B-070F-FFD6-B5D62526E718}"/>
              </a:ext>
            </a:extLst>
          </p:cNvPr>
          <p:cNvCxnSpPr/>
          <p:nvPr/>
        </p:nvCxnSpPr>
        <p:spPr>
          <a:xfrm>
            <a:off x="381000" y="1152525"/>
            <a:ext cx="10752667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7">
            <a:extLst>
              <a:ext uri="{FF2B5EF4-FFF2-40B4-BE49-F238E27FC236}">
                <a16:creationId xmlns:a16="http://schemas.microsoft.com/office/drawing/2014/main" id="{DA8FED03-87AF-3F95-9530-D6937A6DC145}"/>
              </a:ext>
            </a:extLst>
          </p:cNvPr>
          <p:cNvCxnSpPr/>
          <p:nvPr/>
        </p:nvCxnSpPr>
        <p:spPr>
          <a:xfrm>
            <a:off x="383117" y="6516689"/>
            <a:ext cx="10752667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6D8E57B4-CC77-5492-9BAC-9FA6A4D15D9D}"/>
              </a:ext>
            </a:extLst>
          </p:cNvPr>
          <p:cNvSpPr txBox="1"/>
          <p:nvPr/>
        </p:nvSpPr>
        <p:spPr>
          <a:xfrm>
            <a:off x="383118" y="6551614"/>
            <a:ext cx="11040533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nl-NL" sz="800" b="1">
                <a:latin typeface="Verdana" panose="020B0604030504040204" pitchFamily="34" charset="0"/>
              </a:rPr>
              <a:t>© FH AACHEN </a:t>
            </a:r>
            <a:r>
              <a:rPr lang="de-DE" altLang="nl-NL" sz="800">
                <a:latin typeface="Verdana" panose="020B0604030504040204" pitchFamily="34" charset="0"/>
              </a:rPr>
              <a:t>UNIVERSITY OF APPLIED SCIENCES	4. Dezember 2009  |  </a:t>
            </a:r>
            <a:fld id="{3EF2DF99-F15A-4718-9631-5F848DF1EC77}" type="slidenum">
              <a:rPr lang="de-DE" altLang="nl-NL" sz="800">
                <a:latin typeface="Verdana" panose="020B0604030504040204" pitchFamily="34" charset="0"/>
              </a:rPr>
              <a:pPr eaLnBrk="1" hangingPunct="1"/>
              <a:t>‹Nr.›</a:t>
            </a:fld>
            <a:endParaRPr lang="de-DE" altLang="nl-NL" sz="800">
              <a:latin typeface="Verdana" panose="020B0604030504040204" pitchFamily="34" charset="0"/>
            </a:endParaRPr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384000" y="288000"/>
            <a:ext cx="10752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384000" y="2016000"/>
            <a:ext cx="10752000" cy="433575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tx1"/>
                </a:solidFill>
                <a:latin typeface="Verdana" pitchFamily="34" charset="0"/>
              </a:defRPr>
            </a:lvl1pPr>
            <a:lvl2pPr marL="0" indent="0">
              <a:spcBef>
                <a:spcPts val="2000"/>
              </a:spcBef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723900" indent="-368300">
              <a:buFont typeface="Verdana" pitchFamily="34" charset="0"/>
              <a:buChar char="&gt;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0" indent="0">
              <a:spcBef>
                <a:spcPts val="1600"/>
              </a:spcBef>
              <a:buFontTx/>
              <a:buNone/>
              <a:defRPr sz="1600" baseline="0">
                <a:solidFill>
                  <a:schemeClr val="tx1"/>
                </a:solidFill>
                <a:latin typeface="Verdana" pitchFamily="34" charset="0"/>
              </a:defRPr>
            </a:lvl4pPr>
            <a:lvl5pPr marL="723900" indent="-368300"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Verdana" pitchFamily="34" charset="0"/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87737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6">
            <a:extLst>
              <a:ext uri="{FF2B5EF4-FFF2-40B4-BE49-F238E27FC236}">
                <a16:creationId xmlns:a16="http://schemas.microsoft.com/office/drawing/2014/main" id="{9BA546B7-ADF0-945B-3818-E9593B5BB142}"/>
              </a:ext>
            </a:extLst>
          </p:cNvPr>
          <p:cNvCxnSpPr/>
          <p:nvPr/>
        </p:nvCxnSpPr>
        <p:spPr>
          <a:xfrm>
            <a:off x="381000" y="1152525"/>
            <a:ext cx="10752667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7">
            <a:extLst>
              <a:ext uri="{FF2B5EF4-FFF2-40B4-BE49-F238E27FC236}">
                <a16:creationId xmlns:a16="http://schemas.microsoft.com/office/drawing/2014/main" id="{7CF98B30-6ACD-2882-A742-A13971599F45}"/>
              </a:ext>
            </a:extLst>
          </p:cNvPr>
          <p:cNvCxnSpPr/>
          <p:nvPr/>
        </p:nvCxnSpPr>
        <p:spPr>
          <a:xfrm>
            <a:off x="383117" y="6516689"/>
            <a:ext cx="10752667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01B75FD0-3F56-3DD0-FFAE-76BDFF6DD70A}"/>
              </a:ext>
            </a:extLst>
          </p:cNvPr>
          <p:cNvSpPr txBox="1"/>
          <p:nvPr/>
        </p:nvSpPr>
        <p:spPr>
          <a:xfrm>
            <a:off x="383118" y="6551614"/>
            <a:ext cx="11040533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nl-NL" sz="800" b="1">
                <a:latin typeface="Verdana" panose="020B0604030504040204" pitchFamily="34" charset="0"/>
              </a:rPr>
              <a:t>© FH AACHEN </a:t>
            </a:r>
            <a:r>
              <a:rPr lang="de-DE" altLang="nl-NL" sz="800">
                <a:latin typeface="Verdana" panose="020B0604030504040204" pitchFamily="34" charset="0"/>
              </a:rPr>
              <a:t>UNIVERSITY OF APPLIED SCIENCES	4. Dezember 2009  |  </a:t>
            </a:r>
            <a:fld id="{7E0747A4-35C3-490A-802D-DF9105990C6A}" type="slidenum">
              <a:rPr lang="de-DE" altLang="nl-NL" sz="800">
                <a:latin typeface="Verdana" panose="020B0604030504040204" pitchFamily="34" charset="0"/>
              </a:rPr>
              <a:pPr eaLnBrk="1" hangingPunct="1"/>
              <a:t>‹Nr.›</a:t>
            </a:fld>
            <a:endParaRPr lang="de-DE" altLang="nl-NL" sz="800">
              <a:latin typeface="Verdana" panose="020B0604030504040204" pitchFamily="34" charset="0"/>
            </a:endParaRPr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384000" y="288000"/>
            <a:ext cx="10752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384000" y="1295999"/>
            <a:ext cx="10752000" cy="504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0" indent="0">
              <a:spcBef>
                <a:spcPts val="2000"/>
              </a:spcBef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723900" indent="-368300">
              <a:buFont typeface="Verdana" pitchFamily="34" charset="0"/>
              <a:buChar char="&gt;"/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0" indent="0">
              <a:spcBef>
                <a:spcPts val="1600"/>
              </a:spcBef>
              <a:buFontTx/>
              <a:buNone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723900" indent="-368300"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Verdana" pitchFamily="34" charset="0"/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4417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6">
            <a:extLst>
              <a:ext uri="{FF2B5EF4-FFF2-40B4-BE49-F238E27FC236}">
                <a16:creationId xmlns:a16="http://schemas.microsoft.com/office/drawing/2014/main" id="{E0E1AF81-9BB4-937F-C541-3330A60B0F77}"/>
              </a:ext>
            </a:extLst>
          </p:cNvPr>
          <p:cNvCxnSpPr/>
          <p:nvPr/>
        </p:nvCxnSpPr>
        <p:spPr>
          <a:xfrm>
            <a:off x="381000" y="1152525"/>
            <a:ext cx="10752667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7">
            <a:extLst>
              <a:ext uri="{FF2B5EF4-FFF2-40B4-BE49-F238E27FC236}">
                <a16:creationId xmlns:a16="http://schemas.microsoft.com/office/drawing/2014/main" id="{215A5FA1-A624-7CCB-1F0C-81BFBF4473B3}"/>
              </a:ext>
            </a:extLst>
          </p:cNvPr>
          <p:cNvCxnSpPr/>
          <p:nvPr/>
        </p:nvCxnSpPr>
        <p:spPr>
          <a:xfrm>
            <a:off x="383117" y="6516689"/>
            <a:ext cx="10752667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19FDC508-CC67-25E5-A061-557898CCF76E}"/>
              </a:ext>
            </a:extLst>
          </p:cNvPr>
          <p:cNvSpPr txBox="1"/>
          <p:nvPr/>
        </p:nvSpPr>
        <p:spPr>
          <a:xfrm>
            <a:off x="383118" y="6551614"/>
            <a:ext cx="11040533" cy="1238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772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de-DE" altLang="nl-NL" sz="800" b="1">
                <a:latin typeface="Verdana" panose="020B0604030504040204" pitchFamily="34" charset="0"/>
              </a:rPr>
              <a:t>© FH AACHEN </a:t>
            </a:r>
            <a:r>
              <a:rPr lang="de-DE" altLang="nl-NL" sz="800">
                <a:latin typeface="Verdana" panose="020B0604030504040204" pitchFamily="34" charset="0"/>
              </a:rPr>
              <a:t>UNIVERSITY OF APPLIED SCIENCES	4. Dezember 2009  |  </a:t>
            </a:r>
            <a:fld id="{1F2E7433-E2EC-46CD-BADF-96648BE3EF76}" type="slidenum">
              <a:rPr lang="de-DE" altLang="nl-NL" sz="800">
                <a:latin typeface="Verdana" panose="020B0604030504040204" pitchFamily="34" charset="0"/>
              </a:rPr>
              <a:pPr eaLnBrk="1" hangingPunct="1"/>
              <a:t>‹Nr.›</a:t>
            </a:fld>
            <a:endParaRPr lang="de-DE" altLang="nl-NL" sz="800">
              <a:latin typeface="Verdana" panose="020B060403050404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4000" y="1296000"/>
            <a:ext cx="5184000" cy="5040000"/>
          </a:xfrm>
        </p:spPr>
        <p:txBody>
          <a:bodyPr/>
          <a:lstStyle>
            <a:lvl1pPr>
              <a:defRPr sz="2400"/>
            </a:lvl1pPr>
            <a:lvl2pPr marL="0" indent="12700">
              <a:spcBef>
                <a:spcPts val="2000"/>
              </a:spcBef>
              <a:defRPr sz="2400"/>
            </a:lvl2pPr>
            <a:lvl3pPr>
              <a:defRPr sz="2400" baseline="0"/>
            </a:lvl3pPr>
            <a:lvl4pPr marL="0" indent="0"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384000" y="288000"/>
            <a:ext cx="10752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half" idx="10"/>
          </p:nvPr>
        </p:nvSpPr>
        <p:spPr>
          <a:xfrm>
            <a:off x="5952000" y="1296000"/>
            <a:ext cx="5184000" cy="5040000"/>
          </a:xfrm>
        </p:spPr>
        <p:txBody>
          <a:bodyPr/>
          <a:lstStyle>
            <a:lvl1pPr>
              <a:defRPr sz="2400"/>
            </a:lvl1pPr>
            <a:lvl2pPr marL="0" indent="0">
              <a:spcBef>
                <a:spcPts val="2000"/>
              </a:spcBef>
              <a:defRPr sz="2400"/>
            </a:lvl2pPr>
            <a:lvl3pPr>
              <a:defRPr sz="2400"/>
            </a:lvl3pPr>
            <a:lvl4pPr marL="0" indent="0"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1749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6">
            <a:extLst>
              <a:ext uri="{FF2B5EF4-FFF2-40B4-BE49-F238E27FC236}">
                <a16:creationId xmlns:a16="http://schemas.microsoft.com/office/drawing/2014/main" id="{9E9D76CE-0040-F8D4-0945-21D71972D3F5}"/>
              </a:ext>
            </a:extLst>
          </p:cNvPr>
          <p:cNvCxnSpPr/>
          <p:nvPr/>
        </p:nvCxnSpPr>
        <p:spPr>
          <a:xfrm>
            <a:off x="383117" y="6516689"/>
            <a:ext cx="10752667" cy="158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7">
            <a:extLst>
              <a:ext uri="{FF2B5EF4-FFF2-40B4-BE49-F238E27FC236}">
                <a16:creationId xmlns:a16="http://schemas.microsoft.com/office/drawing/2014/main" id="{209656A2-733B-6F38-025C-D09A3EBEBA92}"/>
              </a:ext>
            </a:extLst>
          </p:cNvPr>
          <p:cNvCxnSpPr/>
          <p:nvPr/>
        </p:nvCxnSpPr>
        <p:spPr>
          <a:xfrm>
            <a:off x="383117" y="6516689"/>
            <a:ext cx="10752667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84000" y="2016000"/>
            <a:ext cx="10752000" cy="2520000"/>
          </a:xfrm>
        </p:spPr>
        <p:txBody>
          <a:bodyPr/>
          <a:lstStyle>
            <a:lvl1pPr algn="l">
              <a:defRPr sz="16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AD202E6-7B51-CA37-7A5D-0F72039654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3117" y="6551613"/>
            <a:ext cx="10752667" cy="215900"/>
          </a:xfrm>
        </p:spPr>
        <p:txBody>
          <a:bodyPr/>
          <a:lstStyle>
            <a:lvl1pPr algn="l">
              <a:defRPr sz="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57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6/27/22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291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226085548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21938934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807923462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211903144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3104510724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361755710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871328695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383987120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366871645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261529339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3564051203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3077293824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3204398233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6">
            <a:extLst>
              <a:ext uri="{FF2B5EF4-FFF2-40B4-BE49-F238E27FC236}">
                <a16:creationId xmlns:a16="http://schemas.microsoft.com/office/drawing/2014/main" id="{9BA546B7-ADF0-945B-3818-E9593B5BB142}"/>
              </a:ext>
            </a:extLst>
          </p:cNvPr>
          <p:cNvCxnSpPr/>
          <p:nvPr/>
        </p:nvCxnSpPr>
        <p:spPr>
          <a:xfrm>
            <a:off x="381000" y="1152525"/>
            <a:ext cx="10752667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384000" y="288000"/>
            <a:ext cx="10752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384000" y="1295999"/>
            <a:ext cx="10752000" cy="504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0" indent="0">
              <a:spcBef>
                <a:spcPts val="2000"/>
              </a:spcBef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723900" indent="-368300">
              <a:buFont typeface="Verdana" pitchFamily="34" charset="0"/>
              <a:buChar char="&gt;"/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0" indent="0">
              <a:spcBef>
                <a:spcPts val="1600"/>
              </a:spcBef>
              <a:buFontTx/>
              <a:buNone/>
              <a:defRPr sz="1600">
                <a:solidFill>
                  <a:schemeClr val="tx1"/>
                </a:solidFill>
                <a:latin typeface="Verdana" pitchFamily="34" charset="0"/>
              </a:defRPr>
            </a:lvl4pPr>
            <a:lvl5pPr marL="723900" indent="-368300"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Verdana" pitchFamily="34" charset="0"/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126827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pitelanfa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6">
            <a:extLst>
              <a:ext uri="{FF2B5EF4-FFF2-40B4-BE49-F238E27FC236}">
                <a16:creationId xmlns:a16="http://schemas.microsoft.com/office/drawing/2014/main" id="{3ABE9840-F80B-070F-FFD6-B5D62526E718}"/>
              </a:ext>
            </a:extLst>
          </p:cNvPr>
          <p:cNvCxnSpPr/>
          <p:nvPr/>
        </p:nvCxnSpPr>
        <p:spPr>
          <a:xfrm>
            <a:off x="381000" y="1152525"/>
            <a:ext cx="10752667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384000" y="288000"/>
            <a:ext cx="10752000" cy="720000"/>
          </a:xfr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384000" y="2016000"/>
            <a:ext cx="10752000" cy="433575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tx1"/>
                </a:solidFill>
                <a:latin typeface="Verdana" pitchFamily="34" charset="0"/>
              </a:defRPr>
            </a:lvl1pPr>
            <a:lvl2pPr marL="0" indent="0">
              <a:spcBef>
                <a:spcPts val="2000"/>
              </a:spcBef>
              <a:buNone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723900" indent="-368300">
              <a:buFont typeface="Verdana" pitchFamily="34" charset="0"/>
              <a:buChar char="&gt;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0" indent="0">
              <a:spcBef>
                <a:spcPts val="1600"/>
              </a:spcBef>
              <a:buFontTx/>
              <a:buNone/>
              <a:defRPr sz="1600" baseline="0">
                <a:solidFill>
                  <a:schemeClr val="tx1"/>
                </a:solidFill>
                <a:latin typeface="Verdana" pitchFamily="34" charset="0"/>
              </a:defRPr>
            </a:lvl4pPr>
            <a:lvl5pPr marL="723900" indent="-368300">
              <a:buFont typeface="Verdana" pitchFamily="34" charset="0"/>
              <a:buChar char="&gt;"/>
              <a:defRPr sz="1600">
                <a:solidFill>
                  <a:schemeClr val="tx1"/>
                </a:solidFill>
                <a:latin typeface="Verdana" pitchFamily="34" charset="0"/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661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>
            <a:extLst>
              <a:ext uri="{FF2B5EF4-FFF2-40B4-BE49-F238E27FC236}">
                <a16:creationId xmlns:a16="http://schemas.microsoft.com/office/drawing/2014/main" id="{8F4C2976-3722-8A26-A812-9DDA7A3FA5D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nl-NL"/>
              <a:t>Titelmasterformat durch Klicken bearbeiten</a:t>
            </a:r>
          </a:p>
        </p:txBody>
      </p:sp>
      <p:sp>
        <p:nvSpPr>
          <p:cNvPr id="1027" name="Textplatzhalter 2">
            <a:extLst>
              <a:ext uri="{FF2B5EF4-FFF2-40B4-BE49-F238E27FC236}">
                <a16:creationId xmlns:a16="http://schemas.microsoft.com/office/drawing/2014/main" id="{47177DE3-F990-C095-5D3C-4BD4845F84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nl-NL"/>
              <a:t>Textmasterformate durch Klicken bearbeiten</a:t>
            </a:r>
          </a:p>
          <a:p>
            <a:pPr lvl="1"/>
            <a:r>
              <a:rPr lang="de-DE" altLang="nl-NL"/>
              <a:t>Zweite Ebene</a:t>
            </a:r>
          </a:p>
          <a:p>
            <a:pPr lvl="2"/>
            <a:r>
              <a:rPr lang="de-DE" altLang="nl-NL"/>
              <a:t>Dritte Ebene</a:t>
            </a:r>
          </a:p>
          <a:p>
            <a:pPr lvl="3"/>
            <a:r>
              <a:rPr lang="de-DE" altLang="nl-NL"/>
              <a:t>Vierte Ebene</a:t>
            </a:r>
          </a:p>
          <a:p>
            <a:pPr lvl="4"/>
            <a:r>
              <a:rPr lang="de-DE" altLang="nl-NL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AE1381-4AB1-FA4C-163F-E8A553F7B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E1CC54-93E1-1F51-4E2A-A65042B45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275DC0-D43C-0487-494F-F62BD8788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latin typeface="Verdana" panose="020B0604030504040204" pitchFamily="34" charset="0"/>
              </a:defRPr>
            </a:lvl1pPr>
          </a:lstStyle>
          <a:p>
            <a:fld id="{72A22011-222E-44FF-A1E2-21098E60C35F}" type="slidenum">
              <a:rPr lang="de-DE" altLang="nl-NL"/>
              <a:pPr/>
              <a:t>‹Nr.›</a:t>
            </a:fld>
            <a:endParaRPr lang="de-DE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ts val="2400"/>
        </a:spcBef>
        <a:spcAft>
          <a:spcPct val="0"/>
        </a:spcAft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2pPr>
      <a:lvl3pPr marL="723900" indent="-355600" algn="l" rtl="0" eaLnBrk="0" fontAlgn="base" hangingPunct="0">
        <a:spcBef>
          <a:spcPct val="20000"/>
        </a:spcBef>
        <a:spcAft>
          <a:spcPct val="0"/>
        </a:spcAft>
        <a:buFont typeface="Verdana" panose="020B0604030504040204" pitchFamily="34" charset="0"/>
        <a:buChar char="&gt;"/>
        <a:defRPr sz="2400" kern="1200">
          <a:solidFill>
            <a:schemeClr val="tx1"/>
          </a:solidFill>
          <a:latin typeface="Verdana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ts val="1600"/>
        </a:spcBef>
        <a:spcAft>
          <a:spcPct val="0"/>
        </a:spcAft>
        <a:buFont typeface="Arial" panose="020B0604020202020204" pitchFamily="34" charset="0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4pPr>
      <a:lvl5pPr marL="723900" indent="-3683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&gt;"/>
        <a:defRPr sz="16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3. Dezember 2009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2A22011-222E-44FF-A1E2-21098E60C35F}" type="slidenum">
              <a:rPr lang="de-DE" altLang="nl-NL" smtClean="0"/>
              <a:pPr/>
              <a:t>‹Nr.›</a:t>
            </a:fld>
            <a:endParaRPr lang="de-DE" altLang="nl-NL"/>
          </a:p>
        </p:txBody>
      </p:sp>
    </p:spTree>
    <p:extLst>
      <p:ext uri="{BB962C8B-B14F-4D97-AF65-F5344CB8AC3E}">
        <p14:creationId xmlns:p14="http://schemas.microsoft.com/office/powerpoint/2010/main" val="288221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>
            <a:extLst>
              <a:ext uri="{FF2B5EF4-FFF2-40B4-BE49-F238E27FC236}">
                <a16:creationId xmlns:a16="http://schemas.microsoft.com/office/drawing/2014/main" id="{5DCD28FB-C344-E3BD-2CCA-C6C56C97115B}"/>
              </a:ext>
            </a:extLst>
          </p:cNvPr>
          <p:cNvSpPr>
            <a:spLocks noGrp="1" noChangeAspect="1"/>
          </p:cNvSpPr>
          <p:nvPr>
            <p:ph type="ctrTitle"/>
          </p:nvPr>
        </p:nvSpPr>
        <p:spPr/>
        <p:txBody>
          <a:bodyPr/>
          <a:lstStyle/>
          <a:p>
            <a:r>
              <a:rPr lang="de-DE" altLang="nl-NL" dirty="0">
                <a:solidFill>
                  <a:schemeClr val="tx1"/>
                </a:solidFill>
                <a:latin typeface="Verdana"/>
                <a:ea typeface="Verdana"/>
              </a:rPr>
              <a:t>Linux Tracing</a:t>
            </a:r>
            <a:br>
              <a:rPr lang="de-DE" altLang="nl-NL" dirty="0">
                <a:solidFill>
                  <a:schemeClr val="tx1"/>
                </a:solidFill>
              </a:rPr>
            </a:br>
            <a:r>
              <a:rPr lang="de-DE" altLang="nl-NL" dirty="0">
                <a:solidFill>
                  <a:schemeClr val="tx1"/>
                </a:solidFill>
                <a:latin typeface="Verdana"/>
                <a:ea typeface="Verdana"/>
              </a:rPr>
              <a:t>Embedded Systems</a:t>
            </a:r>
            <a:br>
              <a:rPr lang="de-DE" altLang="nl-NL" dirty="0"/>
            </a:br>
            <a:endParaRPr lang="de-DE" altLang="nl-NL" dirty="0">
              <a:latin typeface="Verdana"/>
              <a:ea typeface="Verdana"/>
            </a:endParaRPr>
          </a:p>
        </p:txBody>
      </p:sp>
      <p:sp>
        <p:nvSpPr>
          <p:cNvPr id="7171" name="Untertitel 2">
            <a:extLst>
              <a:ext uri="{FF2B5EF4-FFF2-40B4-BE49-F238E27FC236}">
                <a16:creationId xmlns:a16="http://schemas.microsoft.com/office/drawing/2014/main" id="{E95849F0-959A-7A95-EE3C-0A1D3CE06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de-DE" altLang="nl-NL" sz="1100" dirty="0">
                <a:latin typeface="Verdana"/>
                <a:ea typeface="Verdana"/>
              </a:rPr>
              <a:t>Marcel Ochsendorf, Muhammed Parlak</a:t>
            </a:r>
            <a:endParaRPr lang="de-DE" altLang="nl-NL" sz="1100" dirty="0"/>
          </a:p>
          <a:p>
            <a:pPr eaLnBrk="1" hangingPunct="1"/>
            <a:r>
              <a:rPr lang="de-DE" altLang="nl-NL" sz="1100" dirty="0">
                <a:latin typeface="Verdana"/>
                <a:ea typeface="Verdana"/>
              </a:rPr>
              <a:t>27.06.2022</a:t>
            </a:r>
            <a:endParaRPr lang="de-DE" altLang="nl-NL" sz="1100" dirty="0">
              <a:ea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el 6">
            <a:extLst>
              <a:ext uri="{FF2B5EF4-FFF2-40B4-BE49-F238E27FC236}">
                <a16:creationId xmlns:a16="http://schemas.microsoft.com/office/drawing/2014/main" id="{B362E0FC-21AC-6F0D-42EA-C6E5E523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nl-NL">
                <a:latin typeface="Verdana"/>
                <a:ea typeface="Verdana"/>
              </a:rPr>
              <a:t>Inhaltsverzeichnis</a:t>
            </a:r>
            <a:br>
              <a:rPr lang="de-DE" altLang="nl-NL"/>
            </a:br>
            <a:endParaRPr lang="de-DE" altLang="nl-NL">
              <a:latin typeface="Verdana"/>
              <a:ea typeface="Verdana"/>
            </a:endParaRPr>
          </a:p>
        </p:txBody>
      </p:sp>
      <p:sp>
        <p:nvSpPr>
          <p:cNvPr id="8195" name="Inhaltsplatzhalter 7">
            <a:extLst>
              <a:ext uri="{FF2B5EF4-FFF2-40B4-BE49-F238E27FC236}">
                <a16:creationId xmlns:a16="http://schemas.microsoft.com/office/drawing/2014/main" id="{D1B525CD-40F2-D2CC-D10C-9E1BA9901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00" y="1746849"/>
            <a:ext cx="10752000" cy="5040000"/>
          </a:xfrm>
        </p:spPr>
        <p:txBody>
          <a:bodyPr/>
          <a:lstStyle/>
          <a:p>
            <a:pPr marL="457200" indent="-4572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200" b="1" dirty="0">
                <a:latin typeface="Verdana"/>
                <a:ea typeface="Verdana"/>
              </a:rPr>
              <a:t>Einleitung</a:t>
            </a:r>
            <a:endParaRPr lang="de-DE" dirty="0"/>
          </a:p>
          <a:p>
            <a:pPr marL="457200" indent="-4572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sz="3200" b="1" dirty="0">
              <a:latin typeface="Verdana"/>
              <a:ea typeface="Verdana"/>
            </a:endParaRPr>
          </a:p>
          <a:p>
            <a:pPr marL="457200" indent="-4572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200" b="1" dirty="0">
                <a:latin typeface="Verdana"/>
                <a:ea typeface="Verdana"/>
              </a:rPr>
              <a:t>Grundlagen</a:t>
            </a:r>
            <a:endParaRPr lang="de-DE" sz="3200" dirty="0">
              <a:ea typeface="Verdana" pitchFamily="34" charset="0"/>
            </a:endParaRPr>
          </a:p>
          <a:p>
            <a:pPr marL="457200" indent="-4572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sz="3200" b="1" dirty="0">
              <a:latin typeface="Verdana"/>
              <a:ea typeface="Verdana"/>
            </a:endParaRPr>
          </a:p>
          <a:p>
            <a:pPr marL="457200" indent="-4572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200" b="1" dirty="0">
                <a:latin typeface="Verdana"/>
                <a:ea typeface="Verdana"/>
              </a:rPr>
              <a:t>Tools</a:t>
            </a:r>
            <a:endParaRPr lang="de-DE" sz="3200" dirty="0">
              <a:ea typeface="Verdana" pitchFamily="34" charset="0"/>
            </a:endParaRPr>
          </a:p>
          <a:p>
            <a:pPr lvl="1">
              <a:spcBef>
                <a:spcPct val="0"/>
              </a:spcBef>
            </a:pPr>
            <a:endParaRPr lang="de-DE" altLang="nl-NL" sz="3200" b="1" dirty="0">
              <a:latin typeface="Verdana"/>
              <a:ea typeface="Verdana"/>
            </a:endParaRPr>
          </a:p>
          <a:p>
            <a:pPr marL="457200" lvl="1" indent="-457200">
              <a:spcBef>
                <a:spcPct val="0"/>
              </a:spcBef>
              <a:buFont typeface="Arial"/>
              <a:buChar char="•"/>
            </a:pPr>
            <a:r>
              <a:rPr lang="de-DE" altLang="nl-NL" sz="3200" b="1" dirty="0">
                <a:latin typeface="Verdana"/>
                <a:ea typeface="Verdana"/>
              </a:rPr>
              <a:t>Live Reverse Engineering</a:t>
            </a:r>
          </a:p>
          <a:p>
            <a:pPr lvl="1">
              <a:spcBef>
                <a:spcPct val="0"/>
              </a:spcBef>
            </a:pPr>
            <a:endParaRPr lang="de-DE" altLang="nl-NL" dirty="0">
              <a:latin typeface="Verdana"/>
              <a:ea typeface="Verdana"/>
            </a:endParaRPr>
          </a:p>
          <a:p>
            <a:pPr lvl="1">
              <a:spcBef>
                <a:spcPct val="0"/>
              </a:spcBef>
            </a:pPr>
            <a:endParaRPr lang="de-DE" altLang="nl-NL" dirty="0">
              <a:latin typeface="Verdana"/>
              <a:ea typeface="Verdana"/>
            </a:endParaRPr>
          </a:p>
          <a:p>
            <a:pPr marL="342900" lvl="1" indent="-342900">
              <a:spcBef>
                <a:spcPct val="0"/>
              </a:spcBef>
              <a:buFont typeface="Arial"/>
              <a:buChar char="•"/>
            </a:pPr>
            <a:endParaRPr lang="de-DE" altLang="nl-NL" dirty="0">
              <a:latin typeface="Verdana"/>
              <a:ea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nl-NL">
                <a:latin typeface="Verdana"/>
                <a:ea typeface="Verdana"/>
              </a:rPr>
              <a:t>Einleitung</a:t>
            </a:r>
            <a:br>
              <a:rPr lang="de-DE" altLang="nl-NL"/>
            </a:br>
            <a:endParaRPr lang="de-DE" altLang="nl-NL"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82882"/>
            <a:ext cx="9551988" cy="5068707"/>
          </a:xfrm>
          <a:scene3d>
            <a:camera prst="orthographicFront"/>
            <a:lightRig rig="threePt" dir="t"/>
          </a:scene3d>
          <a:sp3d/>
        </p:spPr>
        <p:txBody>
          <a:bodyPr>
            <a:normAutofit/>
            <a:flatTx/>
          </a:bodyPr>
          <a:lstStyle/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4400" dirty="0">
                <a:latin typeface="Verdana"/>
                <a:ea typeface="Verdana"/>
              </a:rPr>
              <a:t>Tracing?</a:t>
            </a: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4400" dirty="0">
                <a:latin typeface="Verdana"/>
                <a:ea typeface="Verdana"/>
              </a:rPr>
              <a:t>Tracing Systeme</a:t>
            </a: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4400" dirty="0">
                <a:latin typeface="Verdana"/>
                <a:ea typeface="Verdana"/>
              </a:rPr>
              <a:t>Linux Tracing</a:t>
            </a: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4400" dirty="0">
                <a:latin typeface="Verdana"/>
                <a:ea typeface="Verdana"/>
              </a:rPr>
              <a:t>Warum sollte man Tracen?</a:t>
            </a:r>
            <a:endParaRPr lang="de-DE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Verdana"/>
                <a:ea typeface="Verdana"/>
              </a:rPr>
              <a:t>Grundlagen</a:t>
            </a:r>
            <a:br>
              <a:rPr lang="de-DE" altLang="nl-NL"/>
            </a:br>
            <a:endParaRPr lang="de-DE" altLang="nl-NL"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8" y="1510800"/>
            <a:ext cx="8064500" cy="4335463"/>
          </a:xfrm>
        </p:spPr>
        <p:txBody>
          <a:bodyPr>
            <a:noAutofit/>
          </a:bodyPr>
          <a:lstStyle/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 err="1">
                <a:latin typeface="Verdana"/>
                <a:ea typeface="Verdana"/>
              </a:rPr>
              <a:t>Ringbuffer</a:t>
            </a:r>
            <a:endParaRPr lang="de-DE" altLang="nl-NL" sz="3600" dirty="0">
              <a:latin typeface="Verdana"/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 err="1">
                <a:latin typeface="Verdana"/>
                <a:ea typeface="Verdana"/>
              </a:rPr>
              <a:t>Debug</a:t>
            </a:r>
            <a:r>
              <a:rPr lang="de-DE" altLang="nl-NL" sz="3600" dirty="0">
                <a:latin typeface="Verdana"/>
                <a:ea typeface="Verdana"/>
              </a:rPr>
              <a:t>-Filesystem</a:t>
            </a: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Tracing</a:t>
            </a:r>
          </a:p>
          <a:p>
            <a:pPr marL="1409700" lvl="2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Tracer</a:t>
            </a:r>
          </a:p>
          <a:p>
            <a:pPr marL="1409700" lvl="2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Events</a:t>
            </a: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sz="3600" dirty="0">
                <a:latin typeface="Verdana"/>
                <a:ea typeface="Verdana"/>
              </a:rPr>
              <a:t>Abfangen von Events</a:t>
            </a: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sz="3600" dirty="0" err="1">
                <a:latin typeface="Verdana"/>
                <a:ea typeface="Verdana"/>
              </a:rPr>
              <a:t>Probes</a:t>
            </a:r>
            <a:endParaRPr lang="de-DE" sz="36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sz="3600" dirty="0">
                <a:latin typeface="Verdana"/>
                <a:ea typeface="Verdana"/>
              </a:rPr>
              <a:t>Ressourcen</a:t>
            </a:r>
            <a:endParaRPr lang="de-DE" sz="36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sz="3600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2954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| </a:t>
            </a:r>
            <a:r>
              <a:rPr lang="de-DE" dirty="0" err="1">
                <a:solidFill>
                  <a:schemeClr val="accent1"/>
                </a:solidFill>
                <a:latin typeface="Verdana"/>
                <a:ea typeface="Verdana"/>
              </a:rPr>
              <a:t>Ringbuffer</a:t>
            </a:r>
            <a:endParaRPr lang="de-DE" altLang="nl-NL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834650"/>
            <a:ext cx="9539288" cy="4335463"/>
          </a:xfrm>
        </p:spPr>
        <p:txBody>
          <a:bodyPr>
            <a:normAutofit/>
          </a:bodyPr>
          <a:lstStyle/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Basis für das </a:t>
            </a:r>
            <a:r>
              <a:rPr lang="de-DE" altLang="nl-NL" sz="3600" dirty="0" err="1">
                <a:latin typeface="Verdana"/>
                <a:ea typeface="Verdana"/>
              </a:rPr>
              <a:t>Debug</a:t>
            </a:r>
            <a:r>
              <a:rPr lang="de-DE" altLang="nl-NL" sz="3600" dirty="0">
                <a:latin typeface="Verdana"/>
                <a:ea typeface="Verdana"/>
              </a:rPr>
              <a:t>-FS</a:t>
            </a:r>
            <a:endParaRPr lang="de-DE" altLang="nl-NL" sz="36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Asynchrones Lesen und Schreiben</a:t>
            </a:r>
            <a:endParaRPr lang="de-DE" altLang="nl-NL" sz="36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Puffer mit Lesezeiger und Schreibzeiger</a:t>
            </a:r>
            <a:endParaRPr lang="de-DE" altLang="nl-NL" sz="36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Für jeden Core</a:t>
            </a:r>
            <a:endParaRPr lang="de-DE" altLang="nl-NL" sz="36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sz="36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sz="3600" dirty="0">
              <a:ea typeface="Verdana"/>
            </a:endParaRPr>
          </a:p>
        </p:txBody>
      </p:sp>
      <p:pic>
        <p:nvPicPr>
          <p:cNvPr id="2" name="Grafik 2">
            <a:extLst>
              <a:ext uri="{FF2B5EF4-FFF2-40B4-BE49-F238E27FC236}">
                <a16:creationId xmlns:a16="http://schemas.microsoft.com/office/drawing/2014/main" id="{197AB6C6-013F-3409-A266-A7D9166C6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584" y="4279490"/>
            <a:ext cx="2530416" cy="189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89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| </a:t>
            </a:r>
            <a:r>
              <a:rPr lang="de-DE" dirty="0" err="1">
                <a:solidFill>
                  <a:schemeClr val="accent1"/>
                </a:solidFill>
                <a:latin typeface="Verdana"/>
                <a:ea typeface="Verdana"/>
              </a:rPr>
              <a:t>Debug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-Filesystem</a:t>
            </a:r>
            <a:endParaRPr lang="de-DE" altLang="nl-NL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510800"/>
            <a:ext cx="10629900" cy="4335463"/>
          </a:xfrm>
        </p:spPr>
        <p:txBody>
          <a:bodyPr/>
          <a:lstStyle/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200" dirty="0">
                <a:latin typeface="Verdana"/>
                <a:ea typeface="Verdana"/>
              </a:rPr>
              <a:t>Eingeführt mit Kernel 2.6.10-rc3</a:t>
            </a:r>
            <a:endParaRPr lang="de-DE" altLang="nl-NL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200" dirty="0">
                <a:latin typeface="Verdana"/>
                <a:ea typeface="Verdana"/>
              </a:rPr>
              <a:t>Notwendig für die Tracing-Funktionalität</a:t>
            </a:r>
            <a:endParaRPr lang="de-DE" altLang="nl-NL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sz="3200" dirty="0">
                <a:latin typeface="Verdana"/>
                <a:ea typeface="Verdana"/>
              </a:rPr>
              <a:t>Zugriff auf Diagnose und </a:t>
            </a:r>
            <a:r>
              <a:rPr lang="de-DE" sz="3200" dirty="0" err="1">
                <a:latin typeface="Verdana"/>
                <a:ea typeface="Verdana"/>
              </a:rPr>
              <a:t>Debug</a:t>
            </a:r>
            <a:r>
              <a:rPr lang="de-DE" sz="3200" dirty="0">
                <a:latin typeface="Verdana"/>
                <a:ea typeface="Verdana"/>
              </a:rPr>
              <a:t>-Informationen</a:t>
            </a:r>
            <a:endParaRPr lang="de-DE" altLang="nl-NL" sz="3200" dirty="0">
              <a:latin typeface="Verdana"/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</p:txBody>
      </p:sp>
      <p:pic>
        <p:nvPicPr>
          <p:cNvPr id="4" name="Grafik 4" descr="Ein Bild, das Text enthält.&#10;&#10;Beschreibung automatisch generiert.">
            <a:extLst>
              <a:ext uri="{FF2B5EF4-FFF2-40B4-BE49-F238E27FC236}">
                <a16:creationId xmlns:a16="http://schemas.microsoft.com/office/drawing/2014/main" id="{82164C8A-339F-C0E4-0184-11E15CD94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513" y="4045330"/>
            <a:ext cx="7760898" cy="198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60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| </a:t>
            </a:r>
            <a:r>
              <a:rPr lang="de-DE" dirty="0" err="1">
                <a:solidFill>
                  <a:schemeClr val="accent1"/>
                </a:solidFill>
                <a:latin typeface="Verdana"/>
                <a:ea typeface="Verdana"/>
              </a:rPr>
              <a:t>Debug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-Filesystem</a:t>
            </a: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8" y="1510800"/>
            <a:ext cx="8064500" cy="4335463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de-DE" sz="3200">
                <a:latin typeface="Verdana"/>
                <a:ea typeface="Verdana"/>
              </a:rPr>
              <a:t> Gezieltere Aggregierung von Events (z.B. Filterung</a:t>
            </a:r>
            <a:r>
              <a:rPr lang="de-DE" altLang="nl-NL" sz="3200">
                <a:latin typeface="Verdana"/>
                <a:ea typeface="Verdana"/>
              </a:rPr>
              <a:t>)</a:t>
            </a:r>
            <a:endParaRPr lang="de-DE" altLang="nl-NL" sz="3200">
              <a:ea typeface="Verdana"/>
            </a:endParaRPr>
          </a:p>
          <a:p>
            <a:pPr>
              <a:buFont typeface="Arial"/>
              <a:buChar char="•"/>
            </a:pPr>
            <a:endParaRPr lang="de-DE" altLang="nl-NL" sz="320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sz="320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>
              <a:ea typeface="Verdana"/>
            </a:endParaRPr>
          </a:p>
        </p:txBody>
      </p:sp>
      <p:pic>
        <p:nvPicPr>
          <p:cNvPr id="2" name="Grafik 2" descr="Ein Bild, das Text enthält.&#10;&#10;Beschreibung automatisch generiert.">
            <a:extLst>
              <a:ext uri="{FF2B5EF4-FFF2-40B4-BE49-F238E27FC236}">
                <a16:creationId xmlns:a16="http://schemas.microsoft.com/office/drawing/2014/main" id="{F0AD6FAC-8D4B-78F2-AE45-06828645E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988" y="3219085"/>
            <a:ext cx="8149086" cy="195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61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| </a:t>
            </a:r>
            <a:r>
              <a:rPr lang="de-DE" dirty="0" err="1">
                <a:solidFill>
                  <a:schemeClr val="accent1"/>
                </a:solidFill>
                <a:latin typeface="Verdana"/>
                <a:ea typeface="Verdana"/>
              </a:rPr>
              <a:t>Debug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-Filesystem</a:t>
            </a: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8" y="1510800"/>
            <a:ext cx="8064500" cy="4335463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de-DE" sz="3200">
                <a:latin typeface="Verdana"/>
                <a:ea typeface="Verdana"/>
              </a:rPr>
              <a:t> Gezieltere Aggregierung von Events (z.B. Filterung</a:t>
            </a:r>
            <a:r>
              <a:rPr lang="de-DE" altLang="nl-NL" sz="3200">
                <a:latin typeface="Verdana"/>
                <a:ea typeface="Verdana"/>
              </a:rPr>
              <a:t>)</a:t>
            </a:r>
            <a:endParaRPr lang="de-DE" altLang="nl-NL" sz="3200">
              <a:ea typeface="Verdana"/>
            </a:endParaRPr>
          </a:p>
          <a:p>
            <a:pPr>
              <a:buFont typeface="Arial"/>
              <a:buChar char="•"/>
            </a:pPr>
            <a:endParaRPr lang="de-DE" altLang="nl-NL" sz="320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sz="320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>
              <a:ea typeface="Verdana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A0C0FF9-8F35-6BB3-C039-6E3C0003E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513" y="3548445"/>
            <a:ext cx="8220973" cy="223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84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| Tracing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Events</a:t>
            </a: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510800"/>
            <a:ext cx="10464800" cy="635685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de-DE" altLang="nl-NL" sz="3200" dirty="0">
                <a:latin typeface="Verdana"/>
                <a:ea typeface="Verdana"/>
              </a:rPr>
              <a:t> Auslösung sehr unterschiedlich</a:t>
            </a:r>
            <a:endParaRPr lang="de-DE" altLang="nl-NL" sz="3200" dirty="0">
              <a:ea typeface="Verdana"/>
            </a:endParaRPr>
          </a:p>
          <a:p>
            <a:pPr lvl="2">
              <a:buFont typeface="Arial"/>
              <a:buChar char="•"/>
            </a:pPr>
            <a:r>
              <a:rPr lang="de-DE" altLang="nl-NL" dirty="0">
                <a:latin typeface="Verdana"/>
                <a:ea typeface="Verdana"/>
              </a:rPr>
              <a:t>Beispiel Lesen und Schreiben von I2C Bus</a:t>
            </a:r>
          </a:p>
          <a:p>
            <a:pPr lvl="2">
              <a:buFont typeface="Arial"/>
              <a:buChar char="•"/>
            </a:pPr>
            <a:r>
              <a:rPr lang="de-DE" altLang="nl-NL" dirty="0">
                <a:latin typeface="Verdana"/>
                <a:ea typeface="Verdana"/>
              </a:rPr>
              <a:t>Scheduler-</a:t>
            </a:r>
            <a:r>
              <a:rPr lang="de-DE" altLang="nl-NL" dirty="0" err="1">
                <a:latin typeface="Verdana"/>
                <a:ea typeface="Verdana"/>
              </a:rPr>
              <a:t>Switching</a:t>
            </a:r>
            <a:endParaRPr lang="de-DE" altLang="nl-NL" dirty="0">
              <a:latin typeface="Verdana"/>
              <a:ea typeface="Verdana"/>
            </a:endParaRPr>
          </a:p>
          <a:p>
            <a:pPr lvl="2">
              <a:buFont typeface="Arial"/>
              <a:buChar char="•"/>
            </a:pPr>
            <a:r>
              <a:rPr lang="de-DE" altLang="nl-NL" dirty="0">
                <a:latin typeface="Verdana"/>
                <a:ea typeface="Verdana"/>
              </a:rPr>
              <a:t>Disk-Events (z.B. Dateioperationen)</a:t>
            </a:r>
          </a:p>
          <a:p>
            <a:pPr lvl="2">
              <a:buFont typeface="Arial"/>
              <a:buChar char="•"/>
            </a:pPr>
            <a:r>
              <a:rPr lang="de-DE" altLang="nl-NL" dirty="0">
                <a:latin typeface="Verdana"/>
                <a:ea typeface="Verdana"/>
              </a:rPr>
              <a:t>IO-Events</a:t>
            </a:r>
          </a:p>
          <a:p>
            <a:pPr marL="355600" lvl="2" indent="0">
              <a:buNone/>
            </a:pPr>
            <a:endParaRPr lang="de-DE" altLang="nl-NL" sz="3200" dirty="0">
              <a:latin typeface="Verdana"/>
              <a:ea typeface="Verdana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de-DE" altLang="nl-NL" sz="3200" dirty="0">
                <a:latin typeface="Verdana"/>
                <a:ea typeface="Verdana"/>
              </a:rPr>
              <a:t> Nach Aktivierung</a:t>
            </a:r>
          </a:p>
          <a:p>
            <a:pPr lvl="5">
              <a:buFont typeface="Arial" panose="020B0604020202020204" pitchFamily="34" charset="0"/>
              <a:buChar char="•"/>
            </a:pPr>
            <a:r>
              <a:rPr lang="de-DE" altLang="nl-NL" sz="2000" dirty="0">
                <a:latin typeface="Verdana"/>
                <a:ea typeface="Verdana"/>
              </a:rPr>
              <a:t>Informationen zu Event werden geloggt</a:t>
            </a:r>
          </a:p>
          <a:p>
            <a:pPr>
              <a:buFont typeface="Arial"/>
              <a:buChar char="•"/>
            </a:pPr>
            <a:endParaRPr lang="de-DE" altLang="nl-NL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38386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| Tracing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Events</a:t>
            </a:r>
          </a:p>
        </p:txBody>
      </p:sp>
      <p:pic>
        <p:nvPicPr>
          <p:cNvPr id="4" name="Grafik 4" descr="Ein Bild, das Text enthält.&#10;&#10;Beschreibung automatisch generiert.">
            <a:extLst>
              <a:ext uri="{FF2B5EF4-FFF2-40B4-BE49-F238E27FC236}">
                <a16:creationId xmlns:a16="http://schemas.microsoft.com/office/drawing/2014/main" id="{47E6AD2E-6D09-C567-E2A6-E15BE527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5" y="1313786"/>
            <a:ext cx="6711350" cy="4062576"/>
          </a:xfrm>
          <a:prstGeom prst="rect">
            <a:avLst/>
          </a:prstGeom>
        </p:spPr>
      </p:pic>
      <p:pic>
        <p:nvPicPr>
          <p:cNvPr id="5" name="Grafik 5" descr="Ein Bild, das Text enthält.&#10;&#10;Beschreibung automatisch generiert.">
            <a:extLst>
              <a:ext uri="{FF2B5EF4-FFF2-40B4-BE49-F238E27FC236}">
                <a16:creationId xmlns:a16="http://schemas.microsoft.com/office/drawing/2014/main" id="{852102DA-45CF-1D36-083E-9C93A80FFA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951"/>
          <a:stretch/>
        </p:blipFill>
        <p:spPr>
          <a:xfrm>
            <a:off x="6619312" y="3578745"/>
            <a:ext cx="5198038" cy="248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80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Grundlagen| Abfangen von Events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EVENT ACTIVATION</a:t>
            </a: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8" y="1510800"/>
            <a:ext cx="8064500" cy="4335463"/>
          </a:xfrm>
        </p:spPr>
        <p:txBody>
          <a:bodyPr/>
          <a:lstStyle/>
          <a:p>
            <a:pPr>
              <a:buFont typeface="Arial"/>
              <a:buChar char="•"/>
            </a:pPr>
            <a:endParaRPr lang="de-DE" altLang="nl-NL" sz="3200">
              <a:ea typeface="Verdana"/>
            </a:endParaRPr>
          </a:p>
          <a:p>
            <a:pPr lvl="1">
              <a:buFont typeface="Arial"/>
              <a:buChar char="•"/>
            </a:pPr>
            <a:endParaRPr lang="de-DE" altLang="nl-NL" sz="3200">
              <a:ea typeface="Verdana"/>
            </a:endParaRPr>
          </a:p>
          <a:p>
            <a:pPr>
              <a:buFont typeface="Arial"/>
              <a:buChar char="•"/>
            </a:pPr>
            <a:endParaRPr lang="de-DE" altLang="nl-NL" sz="320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sz="320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>
              <a:ea typeface="Verdana"/>
            </a:endParaRPr>
          </a:p>
        </p:txBody>
      </p:sp>
      <p:pic>
        <p:nvPicPr>
          <p:cNvPr id="2" name="Grafik 2">
            <a:extLst>
              <a:ext uri="{FF2B5EF4-FFF2-40B4-BE49-F238E27FC236}">
                <a16:creationId xmlns:a16="http://schemas.microsoft.com/office/drawing/2014/main" id="{29FC8E33-749D-7D2E-E91A-499E4025E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88" y="1852019"/>
            <a:ext cx="7804029" cy="315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07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Grundlagen| Abfangen von Events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EVENT OUTPUT</a:t>
            </a: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8" y="1510800"/>
            <a:ext cx="8064500" cy="4335463"/>
          </a:xfrm>
        </p:spPr>
        <p:txBody>
          <a:bodyPr/>
          <a:lstStyle/>
          <a:p>
            <a:pPr>
              <a:buFont typeface="Arial"/>
              <a:buChar char="•"/>
            </a:pPr>
            <a:endParaRPr lang="de-DE" altLang="nl-NL" sz="3200">
              <a:ea typeface="Verdana"/>
            </a:endParaRPr>
          </a:p>
          <a:p>
            <a:pPr lvl="1">
              <a:buFont typeface="Arial"/>
              <a:buChar char="•"/>
            </a:pPr>
            <a:endParaRPr lang="de-DE" altLang="nl-NL" sz="3200">
              <a:ea typeface="Verdana"/>
            </a:endParaRPr>
          </a:p>
          <a:p>
            <a:pPr>
              <a:buFont typeface="Arial"/>
              <a:buChar char="•"/>
            </a:pPr>
            <a:endParaRPr lang="de-DE" altLang="nl-NL" sz="320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sz="320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>
              <a:ea typeface="Verdana"/>
            </a:endParaRPr>
          </a:p>
        </p:txBody>
      </p:sp>
      <p:pic>
        <p:nvPicPr>
          <p:cNvPr id="3" name="Grafik 3">
            <a:extLst>
              <a:ext uri="{FF2B5EF4-FFF2-40B4-BE49-F238E27FC236}">
                <a16:creationId xmlns:a16="http://schemas.microsoft.com/office/drawing/2014/main" id="{88523B70-EDD7-2C34-27B7-078E59023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63" y="2222657"/>
            <a:ext cx="6495690" cy="333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73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</a:t>
            </a:r>
            <a:r>
              <a:rPr lang="de-DE" dirty="0" err="1">
                <a:latin typeface="Verdana"/>
                <a:ea typeface="Verdana"/>
              </a:rPr>
              <a:t>Probes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solidFill>
                  <a:schemeClr val="accent1"/>
                </a:solidFill>
                <a:latin typeface="Verdana"/>
                <a:ea typeface="Verdana"/>
              </a:rPr>
              <a:t>Kprobes</a:t>
            </a:r>
            <a:endParaRPr lang="de-DE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1510800"/>
            <a:ext cx="10210800" cy="635685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de-DE" altLang="nl-NL" sz="3200" dirty="0">
                <a:latin typeface="Verdana"/>
                <a:ea typeface="Verdana"/>
              </a:rPr>
              <a:t> </a:t>
            </a:r>
            <a:r>
              <a:rPr lang="de-DE" altLang="nl-NL" sz="2800" dirty="0">
                <a:latin typeface="Verdana"/>
                <a:ea typeface="Verdana"/>
              </a:rPr>
              <a:t>Sammeln von </a:t>
            </a:r>
            <a:r>
              <a:rPr lang="de-DE" sz="2800" dirty="0">
                <a:latin typeface="Verdana"/>
                <a:ea typeface="Verdana"/>
              </a:rPr>
              <a:t>Laufzeit und Performance-Daten des Kernels</a:t>
            </a:r>
            <a:endParaRPr lang="de-DE" sz="2800" dirty="0">
              <a:ea typeface="Verdana"/>
            </a:endParaRPr>
          </a:p>
          <a:p>
            <a:pPr>
              <a:spcBef>
                <a:spcPts val="2000"/>
              </a:spcBef>
              <a:spcAft>
                <a:spcPct val="0"/>
              </a:spcAft>
              <a:buFont typeface="Arial"/>
              <a:buChar char="•"/>
            </a:pPr>
            <a:r>
              <a:rPr lang="de-DE" sz="2800" dirty="0">
                <a:latin typeface="Verdana"/>
                <a:ea typeface="Verdana"/>
              </a:rPr>
              <a:t> Vorteil:</a:t>
            </a:r>
            <a:endParaRPr lang="de-DE" sz="2800" dirty="0">
              <a:ea typeface="Verdana" pitchFamily="34" charset="0"/>
            </a:endParaRPr>
          </a:p>
          <a:p>
            <a:pPr>
              <a:spcBef>
                <a:spcPts val="2000"/>
              </a:spcBef>
              <a:spcAft>
                <a:spcPct val="0"/>
              </a:spcAft>
            </a:pPr>
            <a:r>
              <a:rPr lang="de-DE" sz="2800" dirty="0">
                <a:latin typeface="Verdana"/>
                <a:ea typeface="Verdana"/>
              </a:rPr>
              <a:t>1. Daten ohne Unterbrechung der Ausführung auf Prozessor-Instruktions-Ebene aggregieren</a:t>
            </a:r>
            <a:endParaRPr lang="de-DE" sz="2800" dirty="0">
              <a:ea typeface="Verdana" pitchFamily="34" charset="0"/>
            </a:endParaRPr>
          </a:p>
          <a:p>
            <a:pPr>
              <a:spcBef>
                <a:spcPts val="2000"/>
              </a:spcBef>
              <a:spcAft>
                <a:spcPct val="0"/>
              </a:spcAft>
            </a:pPr>
            <a:r>
              <a:rPr lang="de-DE" sz="2800" dirty="0">
                <a:latin typeface="Verdana"/>
                <a:ea typeface="Verdana"/>
              </a:rPr>
              <a:t>2. Registrierung dynamisch zur Laufzeit und ohne Änderungen des Programmcodes</a:t>
            </a:r>
            <a:endParaRPr lang="de-DE" sz="2800" dirty="0">
              <a:ea typeface="Verdana"/>
            </a:endParaRPr>
          </a:p>
          <a:p>
            <a:pPr>
              <a:buFont typeface="Arial"/>
              <a:buChar char="•"/>
            </a:pPr>
            <a:endParaRPr lang="de-DE" altLang="nl-NL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98667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| </a:t>
            </a:r>
            <a:r>
              <a:rPr lang="de-DE" dirty="0" err="1">
                <a:latin typeface="Verdana"/>
                <a:ea typeface="Verdana"/>
              </a:rPr>
              <a:t>Probes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User-Level-</a:t>
            </a:r>
            <a:r>
              <a:rPr lang="de-DE" dirty="0" err="1">
                <a:solidFill>
                  <a:schemeClr val="accent1"/>
                </a:solidFill>
                <a:latin typeface="Verdana"/>
                <a:ea typeface="Verdana"/>
              </a:rPr>
              <a:t>Probes</a:t>
            </a:r>
            <a:endParaRPr lang="de-DE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900" y="2782887"/>
            <a:ext cx="11173000" cy="4335463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de-DE" altLang="nl-NL" sz="3200" dirty="0">
                <a:latin typeface="Verdana"/>
                <a:ea typeface="Verdana"/>
              </a:rPr>
              <a:t> </a:t>
            </a:r>
            <a:r>
              <a:rPr lang="de-DE" sz="3200" dirty="0">
                <a:latin typeface="Verdana"/>
                <a:ea typeface="Verdana"/>
              </a:rPr>
              <a:t>Weiterentwicklung von </a:t>
            </a:r>
            <a:r>
              <a:rPr lang="de-DE" sz="3200" dirty="0" err="1">
                <a:latin typeface="Verdana"/>
                <a:ea typeface="Verdana"/>
              </a:rPr>
              <a:t>kprobes</a:t>
            </a:r>
            <a:endParaRPr lang="de-DE" sz="3200" dirty="0">
              <a:ea typeface="Verdana"/>
            </a:endParaRPr>
          </a:p>
          <a:p>
            <a:pPr>
              <a:buFont typeface="Arial"/>
              <a:buChar char="•"/>
            </a:pPr>
            <a:r>
              <a:rPr lang="de-DE" sz="3200" dirty="0">
                <a:latin typeface="Verdana"/>
                <a:ea typeface="Verdana"/>
              </a:rPr>
              <a:t> Registrierung von Laufzeit Events in Applikation</a:t>
            </a:r>
            <a:endParaRPr lang="de-DE" sz="3200" dirty="0">
              <a:ea typeface="Verdana"/>
            </a:endParaRPr>
          </a:p>
          <a:p>
            <a:pPr>
              <a:buFont typeface="Arial"/>
              <a:buChar char="•"/>
            </a:pPr>
            <a:r>
              <a:rPr lang="de-DE" sz="3200" dirty="0">
                <a:latin typeface="Verdana"/>
                <a:ea typeface="Verdana"/>
              </a:rPr>
              <a:t> Adressoffset wegen eigenem virtuellen Adressraum</a:t>
            </a:r>
            <a:endParaRPr lang="de-DE" sz="3200" dirty="0">
              <a:ea typeface="Verdana"/>
            </a:endParaRPr>
          </a:p>
          <a:p>
            <a:pPr>
              <a:buFont typeface="Arial"/>
              <a:buChar char="•"/>
            </a:pPr>
            <a:endParaRPr lang="de-DE" sz="3200" dirty="0">
              <a:ea typeface="Verdana"/>
            </a:endParaRPr>
          </a:p>
          <a:p>
            <a:pPr lvl="1">
              <a:buFont typeface="Arial"/>
              <a:buChar char="•"/>
            </a:pPr>
            <a:endParaRPr lang="de-DE" altLang="nl-NL" sz="3200" dirty="0">
              <a:ea typeface="Verdana"/>
            </a:endParaRPr>
          </a:p>
          <a:p>
            <a:pPr>
              <a:buFont typeface="Arial"/>
              <a:buChar char="•"/>
            </a:pPr>
            <a:endParaRPr lang="de-DE" altLang="nl-NL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1588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| </a:t>
            </a:r>
            <a:r>
              <a:rPr lang="de-DE" dirty="0" err="1">
                <a:latin typeface="Verdana"/>
                <a:ea typeface="Verdana"/>
              </a:rPr>
              <a:t>Probes</a:t>
            </a:r>
            <a:r>
              <a:rPr lang="de-DE" dirty="0">
                <a:latin typeface="Verdana"/>
                <a:ea typeface="Verdana"/>
              </a:rPr>
              <a:t> User-Level-</a:t>
            </a:r>
            <a:r>
              <a:rPr lang="de-DE" dirty="0" err="1">
                <a:latin typeface="Verdana"/>
                <a:ea typeface="Verdana"/>
              </a:rPr>
              <a:t>Probes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FUNCTION TRACING </a:t>
            </a:r>
          </a:p>
        </p:txBody>
      </p:sp>
      <p:pic>
        <p:nvPicPr>
          <p:cNvPr id="2" name="Grafik 2" descr="Ein Bild, das Text enthält.&#10;&#10;Beschreibung automatisch generiert.">
            <a:extLst>
              <a:ext uri="{FF2B5EF4-FFF2-40B4-BE49-F238E27FC236}">
                <a16:creationId xmlns:a16="http://schemas.microsoft.com/office/drawing/2014/main" id="{873FC23B-C728-579E-6588-40E7E561F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201"/>
          <a:stretch/>
        </p:blipFill>
        <p:spPr>
          <a:xfrm>
            <a:off x="384000" y="1521159"/>
            <a:ext cx="4111800" cy="1969207"/>
          </a:xfrm>
          <a:prstGeom prst="rect">
            <a:avLst/>
          </a:prstGeom>
        </p:spPr>
      </p:pic>
      <p:pic>
        <p:nvPicPr>
          <p:cNvPr id="3" name="Grafik 5" descr="Ein Bild, das Text enthält.&#10;&#10;Beschreibung automatisch generiert.">
            <a:extLst>
              <a:ext uri="{FF2B5EF4-FFF2-40B4-BE49-F238E27FC236}">
                <a16:creationId xmlns:a16="http://schemas.microsoft.com/office/drawing/2014/main" id="{2142E2B5-D63B-5C95-CA53-9A38C6C39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028" y="2103685"/>
            <a:ext cx="6696972" cy="425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29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Grundlagen |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Ressourcen</a:t>
            </a: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150" y="2603000"/>
            <a:ext cx="9285288" cy="4335463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de-DE" altLang="nl-NL" sz="3200" dirty="0">
                <a:latin typeface="Verdana"/>
                <a:ea typeface="Verdana"/>
              </a:rPr>
              <a:t> Z</a:t>
            </a:r>
            <a:r>
              <a:rPr lang="de-DE" sz="3200" dirty="0">
                <a:latin typeface="Verdana"/>
                <a:ea typeface="Verdana"/>
              </a:rPr>
              <a:t>usätzliche Ressourcen werden benötigt</a:t>
            </a:r>
            <a:endParaRPr lang="de-DE" altLang="nl-NL" sz="3200" dirty="0">
              <a:ea typeface="Verdana"/>
            </a:endParaRPr>
          </a:p>
          <a:p>
            <a:pPr>
              <a:buFont typeface="Arial"/>
              <a:buChar char="•"/>
            </a:pPr>
            <a:r>
              <a:rPr lang="de-DE" sz="3200" dirty="0">
                <a:latin typeface="Verdana"/>
                <a:ea typeface="Verdana"/>
              </a:rPr>
              <a:t> Unerhebliche Menge an Speicherplatz</a:t>
            </a:r>
          </a:p>
          <a:p>
            <a:pPr>
              <a:buFont typeface="Arial"/>
              <a:buChar char="•"/>
            </a:pPr>
            <a:r>
              <a:rPr lang="de-DE" sz="3200" dirty="0">
                <a:latin typeface="Verdana"/>
                <a:ea typeface="Verdana"/>
              </a:rPr>
              <a:t> Bandbreite vom genutzten Medium</a:t>
            </a:r>
            <a:endParaRPr lang="de-DE" sz="3200" dirty="0">
              <a:ea typeface="Verdana"/>
            </a:endParaRPr>
          </a:p>
          <a:p>
            <a:pPr>
              <a:buFont typeface="Arial"/>
              <a:buChar char="•"/>
            </a:pPr>
            <a:r>
              <a:rPr lang="de-DE" sz="3200" dirty="0">
                <a:latin typeface="Verdana"/>
                <a:ea typeface="Verdana"/>
              </a:rPr>
              <a:t> Betrieb und Aufzeichnung wird beeinflusst</a:t>
            </a:r>
            <a:endParaRPr lang="de-DE" sz="3200" dirty="0">
              <a:ea typeface="Verdana"/>
            </a:endParaRPr>
          </a:p>
          <a:p>
            <a:pPr>
              <a:buFont typeface="Arial"/>
              <a:buChar char="•"/>
            </a:pPr>
            <a:endParaRPr lang="de-DE" sz="3200" dirty="0">
              <a:latin typeface="Verdana"/>
              <a:ea typeface="Verdana"/>
            </a:endParaRPr>
          </a:p>
          <a:p>
            <a:r>
              <a:rPr lang="de-DE" sz="3200" dirty="0">
                <a:latin typeface="Verdana"/>
                <a:ea typeface="Verdana"/>
              </a:rPr>
              <a:t>Was sollte getan werden?</a:t>
            </a:r>
            <a:endParaRPr lang="de-DE" sz="3200" dirty="0">
              <a:ea typeface="Verdana"/>
            </a:endParaRPr>
          </a:p>
          <a:p>
            <a:pPr marL="457200" indent="-457200">
              <a:buFont typeface="Arial"/>
              <a:buChar char="•"/>
            </a:pPr>
            <a:r>
              <a:rPr lang="de-DE" sz="3200" dirty="0">
                <a:latin typeface="Verdana"/>
                <a:ea typeface="Verdana"/>
              </a:rPr>
              <a:t>Aufzeichnung separat</a:t>
            </a:r>
            <a:endParaRPr lang="de-DE" sz="3200" dirty="0">
              <a:ea typeface="Verdana"/>
            </a:endParaRPr>
          </a:p>
          <a:p>
            <a:pPr marL="457200" indent="-457200">
              <a:buFont typeface="Arial"/>
              <a:buChar char="•"/>
            </a:pPr>
            <a:r>
              <a:rPr lang="de-DE" sz="3200" dirty="0">
                <a:latin typeface="Verdana"/>
                <a:ea typeface="Verdana"/>
              </a:rPr>
              <a:t>Nur Events die im Fokus stehen</a:t>
            </a:r>
            <a:endParaRPr lang="de-DE" sz="3200" dirty="0">
              <a:ea typeface="Verdana"/>
            </a:endParaRPr>
          </a:p>
          <a:p>
            <a:pPr lvl="1">
              <a:buFont typeface="Arial"/>
              <a:buChar char="•"/>
            </a:pPr>
            <a:endParaRPr lang="de-DE" altLang="nl-NL" sz="3200" dirty="0">
              <a:ea typeface="Verdana"/>
            </a:endParaRPr>
          </a:p>
          <a:p>
            <a:pPr>
              <a:buFont typeface="Arial"/>
              <a:buChar char="•"/>
            </a:pPr>
            <a:endParaRPr lang="de-DE" altLang="nl-NL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sz="32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87090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Tools</a:t>
            </a:r>
            <a:br>
              <a:rPr lang="de-DE" altLang="nl-NL" dirty="0"/>
            </a:br>
            <a:endParaRPr lang="de-DE" altLang="nl-NL" dirty="0"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8" y="1599183"/>
            <a:ext cx="8064500" cy="4335463"/>
          </a:xfrm>
        </p:spPr>
        <p:txBody>
          <a:bodyPr/>
          <a:lstStyle/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dirty="0">
                <a:latin typeface="Verdana"/>
                <a:ea typeface="Verdana"/>
              </a:rPr>
              <a:t>trace-</a:t>
            </a:r>
            <a:r>
              <a:rPr lang="de-DE" altLang="nl-NL" dirty="0" err="1">
                <a:latin typeface="Verdana"/>
                <a:ea typeface="Verdana"/>
              </a:rPr>
              <a:t>cmd</a:t>
            </a:r>
            <a:endParaRPr lang="de-DE" altLang="nl-NL" dirty="0">
              <a:latin typeface="Verdana"/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dirty="0" err="1">
                <a:latin typeface="Verdana"/>
                <a:ea typeface="Verdana"/>
              </a:rPr>
              <a:t>bpftrace</a:t>
            </a:r>
            <a:endParaRPr lang="de-DE" altLang="nl-NL" dirty="0">
              <a:latin typeface="Verdana"/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dirty="0" err="1">
                <a:latin typeface="Verdana"/>
                <a:ea typeface="Verdana"/>
              </a:rPr>
              <a:t>Kernelshark</a:t>
            </a:r>
            <a:endParaRPr lang="de-DE" altLang="nl-NL" dirty="0">
              <a:latin typeface="Verdana"/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9954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Tools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trace-</a:t>
            </a:r>
            <a:r>
              <a:rPr lang="de-DE" dirty="0" err="1">
                <a:solidFill>
                  <a:schemeClr val="accent1"/>
                </a:solidFill>
                <a:latin typeface="Verdana"/>
                <a:ea typeface="Verdana"/>
              </a:rPr>
              <a:t>cmd</a:t>
            </a:r>
            <a:endParaRPr lang="de-DE" altLang="nl-NL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8" y="1599183"/>
            <a:ext cx="8064500" cy="4335463"/>
          </a:xfrm>
        </p:spPr>
        <p:txBody>
          <a:bodyPr>
            <a:normAutofit/>
          </a:bodyPr>
          <a:lstStyle/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Meistgenutztes Tool zum aufzeichnen von </a:t>
            </a:r>
            <a:r>
              <a:rPr lang="de-DE" altLang="nl-NL" sz="3600" dirty="0" err="1">
                <a:latin typeface="Verdana"/>
                <a:ea typeface="Verdana"/>
              </a:rPr>
              <a:t>Tracelogs</a:t>
            </a:r>
            <a:endParaRPr lang="de-DE" altLang="nl-NL" sz="3600" dirty="0">
              <a:latin typeface="Verdana"/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sz="3600" dirty="0">
              <a:latin typeface="Verdana"/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Aufzeichnung von Events spezifizierter Anwendungen</a:t>
            </a: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sz="3600" dirty="0"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sz="3600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05268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Tools | trace-</a:t>
            </a:r>
            <a:r>
              <a:rPr lang="de-DE" dirty="0" err="1">
                <a:latin typeface="Verdana"/>
                <a:ea typeface="Verdana"/>
              </a:rPr>
              <a:t>cmd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USAGE</a:t>
            </a:r>
            <a:endParaRPr lang="de-DE" altLang="nl-NL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pic>
        <p:nvPicPr>
          <p:cNvPr id="3" name="Grafik 3" descr="Ein Bild, das Text enthält.&#10;&#10;Beschreibung automatisch generiert.">
            <a:extLst>
              <a:ext uri="{FF2B5EF4-FFF2-40B4-BE49-F238E27FC236}">
                <a16:creationId xmlns:a16="http://schemas.microsoft.com/office/drawing/2014/main" id="{156502AC-5362-F1BA-1604-E98EF92C0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995" y="2490588"/>
            <a:ext cx="6962421" cy="223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14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Tools | trace-</a:t>
            </a:r>
            <a:r>
              <a:rPr lang="de-DE" dirty="0" err="1">
                <a:latin typeface="Verdana"/>
                <a:ea typeface="Verdana"/>
              </a:rPr>
              <a:t>cmd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OUTPUT</a:t>
            </a:r>
            <a:endParaRPr lang="de-DE" altLang="nl-NL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pic>
        <p:nvPicPr>
          <p:cNvPr id="2" name="Grafik 2" descr="Ein Bild, das Text enthält.&#10;&#10;Beschreibung automatisch generiert.">
            <a:extLst>
              <a:ext uri="{FF2B5EF4-FFF2-40B4-BE49-F238E27FC236}">
                <a16:creationId xmlns:a16="http://schemas.microsoft.com/office/drawing/2014/main" id="{3192E480-D790-9D56-F7B1-A0C7EBE61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479" y="2751468"/>
            <a:ext cx="7131755" cy="177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66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Tools | </a:t>
            </a:r>
            <a:r>
              <a:rPr lang="de-DE" dirty="0" err="1">
                <a:solidFill>
                  <a:schemeClr val="accent1"/>
                </a:solidFill>
                <a:latin typeface="Verdana"/>
                <a:ea typeface="Verdana"/>
              </a:rPr>
              <a:t>bpftrace</a:t>
            </a:r>
            <a:endParaRPr lang="de-DE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8" y="1599183"/>
            <a:ext cx="8064500" cy="4335463"/>
          </a:xfrm>
        </p:spPr>
        <p:txBody>
          <a:bodyPr/>
          <a:lstStyle/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>
                <a:latin typeface="Verdana"/>
                <a:ea typeface="Verdana"/>
              </a:rPr>
              <a:t>Kernelversion &gt;4.x</a:t>
            </a:r>
            <a:endParaRPr lang="de-DE"/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>
                <a:latin typeface="Verdana"/>
                <a:ea typeface="Verdana"/>
              </a:rPr>
              <a:t>Eigene Skriptsprache</a:t>
            </a:r>
          </a:p>
          <a:p>
            <a:pPr marL="685800" lvl="1">
              <a:spcBef>
                <a:spcPct val="0"/>
              </a:spcBef>
              <a:buFont typeface="Arial"/>
              <a:buChar char="•"/>
            </a:pPr>
            <a:r>
              <a:rPr lang="de-DE" altLang="nl-NL" sz="3600">
                <a:latin typeface="Verdana"/>
                <a:ea typeface="Verdana"/>
              </a:rPr>
              <a:t> Aggregation</a:t>
            </a:r>
          </a:p>
          <a:p>
            <a:pPr marL="685800" lvl="1">
              <a:spcBef>
                <a:spcPct val="0"/>
              </a:spcBef>
              <a:buFont typeface="Arial"/>
              <a:buChar char="•"/>
            </a:pPr>
            <a:r>
              <a:rPr lang="de-DE" altLang="nl-NL" sz="3600">
                <a:latin typeface="Verdana"/>
                <a:ea typeface="Verdana"/>
              </a:rPr>
              <a:t> Eventfilter</a:t>
            </a:r>
          </a:p>
          <a:p>
            <a:pPr marL="685800" lvl="1">
              <a:spcBef>
                <a:spcPct val="0"/>
              </a:spcBef>
              <a:buFont typeface="Arial"/>
              <a:buChar char="•"/>
            </a:pPr>
            <a:r>
              <a:rPr lang="de-DE" altLang="nl-NL" sz="3600">
                <a:latin typeface="Verdana"/>
                <a:ea typeface="Verdana"/>
              </a:rPr>
              <a:t> Verarbeitung der Ergebnisse</a:t>
            </a: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46697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Tools | </a:t>
            </a:r>
            <a:r>
              <a:rPr lang="de-DE" dirty="0" err="1">
                <a:latin typeface="Verdana"/>
                <a:ea typeface="Verdana"/>
              </a:rPr>
              <a:t>bpftrace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SCRIPTING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7744DE2-9078-787A-ECEB-4C26B1571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350" y="1427428"/>
            <a:ext cx="5104292" cy="470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9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Tools | </a:t>
            </a:r>
            <a:r>
              <a:rPr lang="de-DE" dirty="0" err="1">
                <a:solidFill>
                  <a:schemeClr val="accent1"/>
                </a:solidFill>
                <a:latin typeface="Verdana"/>
                <a:ea typeface="Verdana"/>
              </a:rPr>
              <a:t>Kernelshark</a:t>
            </a:r>
            <a:endParaRPr lang="de-DE" dirty="0">
              <a:solidFill>
                <a:schemeClr val="accent1"/>
              </a:solidFill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338" y="1567433"/>
            <a:ext cx="8064500" cy="4335463"/>
          </a:xfrm>
        </p:spPr>
        <p:txBody>
          <a:bodyPr>
            <a:normAutofit/>
          </a:bodyPr>
          <a:lstStyle/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altLang="nl-NL" sz="3600" dirty="0">
                <a:latin typeface="Verdana"/>
                <a:ea typeface="Verdana"/>
              </a:rPr>
              <a:t>Input von Trace-</a:t>
            </a:r>
            <a:r>
              <a:rPr lang="de-DE" altLang="nl-NL" sz="3600" dirty="0" err="1">
                <a:latin typeface="Verdana"/>
                <a:ea typeface="Verdana"/>
              </a:rPr>
              <a:t>cmd</a:t>
            </a:r>
            <a:endParaRPr lang="de-DE" altLang="nl-NL" sz="3600" dirty="0">
              <a:latin typeface="Verdana"/>
              <a:ea typeface="Verdana"/>
            </a:endParaRPr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de-DE" sz="3600" dirty="0">
                <a:latin typeface="Verdana"/>
                <a:ea typeface="Verdana"/>
              </a:rPr>
              <a:t>Grafische Visualisierung</a:t>
            </a:r>
            <a:endParaRPr lang="de-DE" sz="3600" dirty="0"/>
          </a:p>
          <a:p>
            <a:pPr marL="685800" indent="-68580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endParaRPr lang="de-DE" altLang="nl-NL" sz="3600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71888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Tools | </a:t>
            </a:r>
            <a:r>
              <a:rPr lang="de-DE" dirty="0" err="1">
                <a:latin typeface="Verdana"/>
                <a:ea typeface="Verdana"/>
              </a:rPr>
              <a:t>Kernelshark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VISUALISATION</a:t>
            </a:r>
          </a:p>
        </p:txBody>
      </p:sp>
      <p:pic>
        <p:nvPicPr>
          <p:cNvPr id="2" name="Grafik 2">
            <a:extLst>
              <a:ext uri="{FF2B5EF4-FFF2-40B4-BE49-F238E27FC236}">
                <a16:creationId xmlns:a16="http://schemas.microsoft.com/office/drawing/2014/main" id="{0136186A-1CF7-8CC3-C7D3-04FCA651B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1" y="1174072"/>
            <a:ext cx="6567310" cy="518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44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3">
            <a:extLst>
              <a:ext uri="{FF2B5EF4-FFF2-40B4-BE49-F238E27FC236}">
                <a16:creationId xmlns:a16="http://schemas.microsoft.com/office/drawing/2014/main" id="{97094EFD-FD14-53EE-953F-0744551C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Verdana"/>
                <a:ea typeface="Verdana"/>
              </a:rPr>
              <a:t>Reverse Engineering </a:t>
            </a:r>
            <a:r>
              <a:rPr lang="de-DE" dirty="0">
                <a:solidFill>
                  <a:schemeClr val="accent1"/>
                </a:solidFill>
                <a:latin typeface="Verdana"/>
                <a:ea typeface="Verdana"/>
              </a:rPr>
              <a:t>DEMO</a:t>
            </a:r>
            <a:br>
              <a:rPr lang="de-DE" altLang="nl-NL" dirty="0"/>
            </a:br>
            <a:endParaRPr lang="de-DE" altLang="nl-NL" dirty="0">
              <a:latin typeface="Verdana"/>
              <a:ea typeface="Verdana"/>
            </a:endParaRPr>
          </a:p>
        </p:txBody>
      </p:sp>
      <p:sp>
        <p:nvSpPr>
          <p:cNvPr id="9219" name="Inhaltsplatzhalter 4">
            <a:extLst>
              <a:ext uri="{FF2B5EF4-FFF2-40B4-BE49-F238E27FC236}">
                <a16:creationId xmlns:a16="http://schemas.microsoft.com/office/drawing/2014/main" id="{DF62FE5C-53AA-6ECC-6348-5285FB58F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Bef>
                <a:spcPct val="0"/>
              </a:spcBef>
              <a:spcAft>
                <a:spcPct val="0"/>
              </a:spcAft>
              <a:buFont typeface="Arial"/>
            </a:pPr>
            <a:r>
              <a:rPr lang="de-DE" altLang="nl-NL" dirty="0">
                <a:latin typeface="Verdana"/>
                <a:ea typeface="Verdana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51819187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HAAC_PPT_Vorlage_Office2007_w_n">
  <a:themeElements>
    <a:clrScheme name="FHAAC Farben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AC"/>
      </a:accent1>
      <a:accent2>
        <a:srgbClr val="13A39A"/>
      </a:accent2>
      <a:accent3>
        <a:srgbClr val="0C9088"/>
      </a:accent3>
      <a:accent4>
        <a:srgbClr val="006D68"/>
      </a:accent4>
      <a:accent5>
        <a:srgbClr val="004744"/>
      </a:accent5>
      <a:accent6>
        <a:srgbClr val="000000"/>
      </a:accent6>
      <a:hlink>
        <a:srgbClr val="0000FF"/>
      </a:hlink>
      <a:folHlink>
        <a:srgbClr val="800080"/>
      </a:folHlink>
    </a:clrScheme>
    <a:fontScheme name="FHAAC Schrif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Zitierfähig">
  <a:themeElements>
    <a:clrScheme name="Zitierfähig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Zitierfähig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Zitierfähig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FHAAC_PPT_Vorlage_Office2007_w_n</Template>
  <TotalTime>0</TotalTime>
  <Words>327</Words>
  <Application>Microsoft Macintosh PowerPoint</Application>
  <PresentationFormat>Breitbild</PresentationFormat>
  <Paragraphs>118</Paragraphs>
  <Slides>25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25</vt:i4>
      </vt:variant>
    </vt:vector>
  </HeadingPairs>
  <TitlesOfParts>
    <vt:vector size="32" baseType="lpstr">
      <vt:lpstr>Arial</vt:lpstr>
      <vt:lpstr>Calibri</vt:lpstr>
      <vt:lpstr>Century Gothic</vt:lpstr>
      <vt:lpstr>Verdana</vt:lpstr>
      <vt:lpstr>Wingdings 2</vt:lpstr>
      <vt:lpstr>FHAAC_PPT_Vorlage_Office2007_w_n</vt:lpstr>
      <vt:lpstr>Zitierfähig</vt:lpstr>
      <vt:lpstr>Linux Tracing Embedded Systems </vt:lpstr>
      <vt:lpstr>Inhaltsverzeichnis </vt:lpstr>
      <vt:lpstr>Einleitung </vt:lpstr>
      <vt:lpstr>Grundlagen </vt:lpstr>
      <vt:lpstr>Grundlagen | Ringbuffer</vt:lpstr>
      <vt:lpstr>Grundlagen | Debug-Filesystem</vt:lpstr>
      <vt:lpstr>Grundlagen | Debug-Filesystem</vt:lpstr>
      <vt:lpstr>Grundlagen | Debug-Filesystem</vt:lpstr>
      <vt:lpstr>Grundlagen | Tracing Events</vt:lpstr>
      <vt:lpstr>Grundlagen | Tracing Events</vt:lpstr>
      <vt:lpstr>Grundlagen| Abfangen von Events EVENT ACTIVATION</vt:lpstr>
      <vt:lpstr>Grundlagen| Abfangen von Events EVENT OUTPUT</vt:lpstr>
      <vt:lpstr>Grundlagen Probes Kprobes</vt:lpstr>
      <vt:lpstr>Grundlagen | Probes User-Level-Probes</vt:lpstr>
      <vt:lpstr>Grundlagen | Probes User-Level-Probes FUNCTION TRACING </vt:lpstr>
      <vt:lpstr>Grundlagen | Ressourcen</vt:lpstr>
      <vt:lpstr>Tools </vt:lpstr>
      <vt:lpstr>Tools trace-cmd</vt:lpstr>
      <vt:lpstr>Tools | trace-cmd USAGE</vt:lpstr>
      <vt:lpstr>Tools | trace-cmd OUTPUT</vt:lpstr>
      <vt:lpstr>Tools | bpftrace</vt:lpstr>
      <vt:lpstr>Tools | bpftrace SCRIPTING</vt:lpstr>
      <vt:lpstr>Tools | Kernelshark</vt:lpstr>
      <vt:lpstr>Tools | Kernelshark VISUALISATION</vt:lpstr>
      <vt:lpstr>Reverse Engineering DEMO </vt:lpstr>
    </vt:vector>
  </TitlesOfParts>
  <Company>FH Aachen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Zeile 1 Zeile 2 Zeile 3</dc:title>
  <dc:creator>hoepner</dc:creator>
  <cp:lastModifiedBy>Microsoft Office-Benutzer</cp:lastModifiedBy>
  <cp:revision>23</cp:revision>
  <dcterms:created xsi:type="dcterms:W3CDTF">2010-02-24T11:18:51Z</dcterms:created>
  <dcterms:modified xsi:type="dcterms:W3CDTF">2022-06-27T05:49:06Z</dcterms:modified>
</cp:coreProperties>
</file>